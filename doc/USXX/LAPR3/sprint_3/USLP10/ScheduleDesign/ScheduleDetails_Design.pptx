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4"/>
  </p:sldMasterIdLst>
  <p:notesMasterIdLst>
    <p:notesMasterId r:id="rId12"/>
  </p:notesMasterIdLst>
  <p:sldIdLst>
    <p:sldId id="256" r:id="rId5"/>
    <p:sldId id="258" r:id="rId6"/>
    <p:sldId id="263" r:id="rId7"/>
    <p:sldId id="298" r:id="rId8"/>
    <p:sldId id="297" r:id="rId9"/>
    <p:sldId id="299" r:id="rId10"/>
    <p:sldId id="275" r:id="rId11"/>
  </p:sldIdLst>
  <p:sldSz cx="9144000" cy="5143500" type="screen16x9"/>
  <p:notesSz cx="6858000" cy="9144000"/>
  <p:embeddedFontLst>
    <p:embeddedFont>
      <p:font typeface="Hanken Grotesk" panose="020B0604020202020204" charset="0"/>
      <p:regular r:id="rId13"/>
      <p:bold r:id="rId14"/>
      <p:italic r:id="rId15"/>
      <p:boldItalic r:id="rId16"/>
    </p:embeddedFont>
    <p:embeddedFont>
      <p:font typeface="Sora ExtraBold" panose="020B0604020202020204" charset="0"/>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37206D-4D69-4A32-B584-9B66C74FEE61}">
  <a:tblStyle styleId="{7237206D-4D69-4A32-B584-9B66C74FEE6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4E3CA76-9EF3-4106-B80C-E7AD2B5846E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9" d="100"/>
          <a:sy n="139" d="100"/>
        </p:scale>
        <p:origin x="1260"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pt-PT"/>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0"/>
        <p:cNvGrpSpPr/>
        <p:nvPr/>
      </p:nvGrpSpPr>
      <p:grpSpPr>
        <a:xfrm>
          <a:off x="0" y="0"/>
          <a:ext cx="0" cy="0"/>
          <a:chOff x="0" y="0"/>
          <a:chExt cx="0" cy="0"/>
        </a:xfrm>
      </p:grpSpPr>
      <p:sp>
        <p:nvSpPr>
          <p:cNvPr id="1691" name="Google Shape;1691;g1ec48b2bc10_0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PT"/>
          </a:p>
        </p:txBody>
      </p:sp>
      <p:sp>
        <p:nvSpPr>
          <p:cNvPr id="1692" name="Google Shape;1692;g1ec48b2bc10_0_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6"/>
        <p:cNvGrpSpPr/>
        <p:nvPr/>
      </p:nvGrpSpPr>
      <p:grpSpPr>
        <a:xfrm>
          <a:off x="0" y="0"/>
          <a:ext cx="0" cy="0"/>
          <a:chOff x="0" y="0"/>
          <a:chExt cx="0" cy="0"/>
        </a:xfrm>
      </p:grpSpPr>
      <p:sp>
        <p:nvSpPr>
          <p:cNvPr id="1767" name="Google Shape;1767;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PT"/>
          </a:p>
        </p:txBody>
      </p:sp>
      <p:sp>
        <p:nvSpPr>
          <p:cNvPr id="1768" name="Google Shape;1768;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8"/>
        <p:cNvGrpSpPr/>
        <p:nvPr/>
      </p:nvGrpSpPr>
      <p:grpSpPr>
        <a:xfrm>
          <a:off x="0" y="0"/>
          <a:ext cx="0" cy="0"/>
          <a:chOff x="0" y="0"/>
          <a:chExt cx="0" cy="0"/>
        </a:xfrm>
      </p:grpSpPr>
      <p:sp>
        <p:nvSpPr>
          <p:cNvPr id="1979" name="Google Shape;1979;g1125d80b419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PT"/>
          </a:p>
        </p:txBody>
      </p:sp>
      <p:sp>
        <p:nvSpPr>
          <p:cNvPr id="1980" name="Google Shape;1980;g1125d80b41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a:extLst>
            <a:ext uri="{FF2B5EF4-FFF2-40B4-BE49-F238E27FC236}">
              <a16:creationId xmlns:a16="http://schemas.microsoft.com/office/drawing/2014/main" id="{BDBCB9B8-4176-AFB1-E6BC-D7FD3EF00B58}"/>
            </a:ext>
          </a:extLst>
        </p:cNvPr>
        <p:cNvGrpSpPr/>
        <p:nvPr/>
      </p:nvGrpSpPr>
      <p:grpSpPr>
        <a:xfrm>
          <a:off x="0" y="0"/>
          <a:ext cx="0" cy="0"/>
          <a:chOff x="0" y="0"/>
          <a:chExt cx="0" cy="0"/>
        </a:xfrm>
      </p:grpSpPr>
      <p:sp>
        <p:nvSpPr>
          <p:cNvPr id="1860" name="Google Shape;1860;g110860aa576_0_0:notes">
            <a:extLst>
              <a:ext uri="{FF2B5EF4-FFF2-40B4-BE49-F238E27FC236}">
                <a16:creationId xmlns:a16="http://schemas.microsoft.com/office/drawing/2014/main" id="{B1A23179-7BF1-1AF3-B16D-593120D708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PT"/>
          </a:p>
        </p:txBody>
      </p:sp>
      <p:sp>
        <p:nvSpPr>
          <p:cNvPr id="1861" name="Google Shape;1861;g110860aa576_0_0:notes">
            <a:extLst>
              <a:ext uri="{FF2B5EF4-FFF2-40B4-BE49-F238E27FC236}">
                <a16:creationId xmlns:a16="http://schemas.microsoft.com/office/drawing/2014/main" id="{28F4F6E9-549A-8D63-6E84-7F1E1FEEB2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7661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a:extLst>
            <a:ext uri="{FF2B5EF4-FFF2-40B4-BE49-F238E27FC236}">
              <a16:creationId xmlns:a16="http://schemas.microsoft.com/office/drawing/2014/main" id="{528D7646-394E-067F-AAB1-9C3EBA6B0C8D}"/>
            </a:ext>
          </a:extLst>
        </p:cNvPr>
        <p:cNvGrpSpPr/>
        <p:nvPr/>
      </p:nvGrpSpPr>
      <p:grpSpPr>
        <a:xfrm>
          <a:off x="0" y="0"/>
          <a:ext cx="0" cy="0"/>
          <a:chOff x="0" y="0"/>
          <a:chExt cx="0" cy="0"/>
        </a:xfrm>
      </p:grpSpPr>
      <p:sp>
        <p:nvSpPr>
          <p:cNvPr id="1860" name="Google Shape;1860;g110860aa576_0_0:notes">
            <a:extLst>
              <a:ext uri="{FF2B5EF4-FFF2-40B4-BE49-F238E27FC236}">
                <a16:creationId xmlns:a16="http://schemas.microsoft.com/office/drawing/2014/main" id="{9AF5B71C-C5F3-1516-AB4C-DD10512FB5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PT"/>
          </a:p>
        </p:txBody>
      </p:sp>
      <p:sp>
        <p:nvSpPr>
          <p:cNvPr id="1861" name="Google Shape;1861;g110860aa576_0_0:notes">
            <a:extLst>
              <a:ext uri="{FF2B5EF4-FFF2-40B4-BE49-F238E27FC236}">
                <a16:creationId xmlns:a16="http://schemas.microsoft.com/office/drawing/2014/main" id="{2EA34D9B-5434-F102-0465-26F648676A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4756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a:extLst>
            <a:ext uri="{FF2B5EF4-FFF2-40B4-BE49-F238E27FC236}">
              <a16:creationId xmlns:a16="http://schemas.microsoft.com/office/drawing/2014/main" id="{65704A1A-245A-7673-4014-83A969D10E68}"/>
            </a:ext>
          </a:extLst>
        </p:cNvPr>
        <p:cNvGrpSpPr/>
        <p:nvPr/>
      </p:nvGrpSpPr>
      <p:grpSpPr>
        <a:xfrm>
          <a:off x="0" y="0"/>
          <a:ext cx="0" cy="0"/>
          <a:chOff x="0" y="0"/>
          <a:chExt cx="0" cy="0"/>
        </a:xfrm>
      </p:grpSpPr>
      <p:sp>
        <p:nvSpPr>
          <p:cNvPr id="1860" name="Google Shape;1860;g110860aa576_0_0:notes">
            <a:extLst>
              <a:ext uri="{FF2B5EF4-FFF2-40B4-BE49-F238E27FC236}">
                <a16:creationId xmlns:a16="http://schemas.microsoft.com/office/drawing/2014/main" id="{FF72755C-9607-BAAF-BAE9-A0845D9EF0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PT"/>
          </a:p>
        </p:txBody>
      </p:sp>
      <p:sp>
        <p:nvSpPr>
          <p:cNvPr id="1861" name="Google Shape;1861;g110860aa576_0_0:notes">
            <a:extLst>
              <a:ext uri="{FF2B5EF4-FFF2-40B4-BE49-F238E27FC236}">
                <a16:creationId xmlns:a16="http://schemas.microsoft.com/office/drawing/2014/main" id="{206907D1-652D-FF8F-E067-A695ADEE3D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722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4"/>
        <p:cNvGrpSpPr/>
        <p:nvPr/>
      </p:nvGrpSpPr>
      <p:grpSpPr>
        <a:xfrm>
          <a:off x="0" y="0"/>
          <a:ext cx="0" cy="0"/>
          <a:chOff x="0" y="0"/>
          <a:chExt cx="0" cy="0"/>
        </a:xfrm>
      </p:grpSpPr>
      <p:sp>
        <p:nvSpPr>
          <p:cNvPr id="2655" name="Google Shape;2655;g1125d80b419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PT"/>
          </a:p>
        </p:txBody>
      </p:sp>
      <p:sp>
        <p:nvSpPr>
          <p:cNvPr id="2656" name="Google Shape;2656;g1125d80b419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5" y="0"/>
            <a:ext cx="9144000" cy="5143500"/>
          </a:xfrm>
          <a:prstGeom prst="rect">
            <a:avLst/>
          </a:prstGeom>
          <a:noFill/>
          <a:ln>
            <a:noFill/>
          </a:ln>
        </p:spPr>
      </p:pic>
      <p:grpSp>
        <p:nvGrpSpPr>
          <p:cNvPr id="10" name="Google Shape;10;p2"/>
          <p:cNvGrpSpPr/>
          <p:nvPr/>
        </p:nvGrpSpPr>
        <p:grpSpPr>
          <a:xfrm>
            <a:off x="-774407" y="630750"/>
            <a:ext cx="11847205" cy="4954500"/>
            <a:chOff x="-774407" y="630750"/>
            <a:chExt cx="11847205" cy="4954500"/>
          </a:xfrm>
        </p:grpSpPr>
        <p:sp>
          <p:nvSpPr>
            <p:cNvPr id="11" name="Google Shape;11;p2"/>
            <p:cNvSpPr/>
            <p:nvPr/>
          </p:nvSpPr>
          <p:spPr>
            <a:xfrm>
              <a:off x="-774407" y="630750"/>
              <a:ext cx="5193625" cy="4954500"/>
            </a:xfrm>
            <a:custGeom>
              <a:avLst/>
              <a:gdLst/>
              <a:ahLst/>
              <a:cxnLst/>
              <a:rect l="l" t="t" r="r" b="b"/>
              <a:pathLst>
                <a:path w="1265" h="563" extrusionOk="0">
                  <a:moveTo>
                    <a:pt x="0" y="0"/>
                  </a:moveTo>
                  <a:lnTo>
                    <a:pt x="140" y="61"/>
                  </a:lnTo>
                  <a:lnTo>
                    <a:pt x="152" y="94"/>
                  </a:lnTo>
                  <a:lnTo>
                    <a:pt x="167" y="88"/>
                  </a:lnTo>
                  <a:lnTo>
                    <a:pt x="209" y="170"/>
                  </a:lnTo>
                  <a:lnTo>
                    <a:pt x="217" y="151"/>
                  </a:lnTo>
                  <a:lnTo>
                    <a:pt x="299" y="173"/>
                  </a:lnTo>
                  <a:lnTo>
                    <a:pt x="372" y="305"/>
                  </a:lnTo>
                  <a:lnTo>
                    <a:pt x="372" y="260"/>
                  </a:lnTo>
                  <a:lnTo>
                    <a:pt x="891" y="437"/>
                  </a:lnTo>
                  <a:lnTo>
                    <a:pt x="905" y="460"/>
                  </a:lnTo>
                  <a:lnTo>
                    <a:pt x="905" y="450"/>
                  </a:lnTo>
                  <a:lnTo>
                    <a:pt x="1265" y="563"/>
                  </a:lnTo>
                  <a:lnTo>
                    <a:pt x="0" y="563"/>
                  </a:lnTo>
                  <a:lnTo>
                    <a:pt x="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2;p2"/>
            <p:cNvSpPr/>
            <p:nvPr/>
          </p:nvSpPr>
          <p:spPr>
            <a:xfrm>
              <a:off x="4645450" y="2529625"/>
              <a:ext cx="6427349" cy="2854025"/>
            </a:xfrm>
            <a:custGeom>
              <a:avLst/>
              <a:gdLst/>
              <a:ahLst/>
              <a:cxnLst/>
              <a:rect l="l" t="t" r="r" b="b"/>
              <a:pathLst>
                <a:path w="1782" h="792" extrusionOk="0">
                  <a:moveTo>
                    <a:pt x="1781" y="792"/>
                  </a:moveTo>
                  <a:cubicBezTo>
                    <a:pt x="1781" y="773"/>
                    <a:pt x="1782" y="754"/>
                    <a:pt x="1782" y="735"/>
                  </a:cubicBezTo>
                  <a:cubicBezTo>
                    <a:pt x="1782" y="355"/>
                    <a:pt x="1653" y="48"/>
                    <a:pt x="1494" y="48"/>
                  </a:cubicBezTo>
                  <a:cubicBezTo>
                    <a:pt x="1454" y="48"/>
                    <a:pt x="1415" y="68"/>
                    <a:pt x="1380" y="103"/>
                  </a:cubicBezTo>
                  <a:cubicBezTo>
                    <a:pt x="1352" y="38"/>
                    <a:pt x="1318" y="0"/>
                    <a:pt x="1281" y="0"/>
                  </a:cubicBezTo>
                  <a:cubicBezTo>
                    <a:pt x="1228" y="0"/>
                    <a:pt x="1180" y="82"/>
                    <a:pt x="1146" y="212"/>
                  </a:cubicBezTo>
                  <a:cubicBezTo>
                    <a:pt x="1131" y="198"/>
                    <a:pt x="1114" y="190"/>
                    <a:pt x="1098" y="190"/>
                  </a:cubicBezTo>
                  <a:cubicBezTo>
                    <a:pt x="1045" y="190"/>
                    <a:pt x="998" y="268"/>
                    <a:pt x="965" y="394"/>
                  </a:cubicBezTo>
                  <a:cubicBezTo>
                    <a:pt x="956" y="389"/>
                    <a:pt x="948" y="387"/>
                    <a:pt x="939" y="387"/>
                  </a:cubicBezTo>
                  <a:cubicBezTo>
                    <a:pt x="894" y="387"/>
                    <a:pt x="854" y="457"/>
                    <a:pt x="826" y="568"/>
                  </a:cubicBezTo>
                  <a:cubicBezTo>
                    <a:pt x="798" y="457"/>
                    <a:pt x="758" y="387"/>
                    <a:pt x="713" y="387"/>
                  </a:cubicBezTo>
                  <a:cubicBezTo>
                    <a:pt x="711" y="387"/>
                    <a:pt x="710" y="387"/>
                    <a:pt x="709" y="387"/>
                  </a:cubicBezTo>
                  <a:cubicBezTo>
                    <a:pt x="686" y="336"/>
                    <a:pt x="658" y="306"/>
                    <a:pt x="629" y="306"/>
                  </a:cubicBezTo>
                  <a:cubicBezTo>
                    <a:pt x="571" y="306"/>
                    <a:pt x="520" y="424"/>
                    <a:pt x="495" y="596"/>
                  </a:cubicBezTo>
                  <a:cubicBezTo>
                    <a:pt x="471" y="539"/>
                    <a:pt x="442" y="505"/>
                    <a:pt x="411" y="505"/>
                  </a:cubicBezTo>
                  <a:cubicBezTo>
                    <a:pt x="384" y="505"/>
                    <a:pt x="358" y="531"/>
                    <a:pt x="336" y="576"/>
                  </a:cubicBezTo>
                  <a:cubicBezTo>
                    <a:pt x="326" y="567"/>
                    <a:pt x="315" y="563"/>
                    <a:pt x="303" y="563"/>
                  </a:cubicBezTo>
                  <a:cubicBezTo>
                    <a:pt x="273" y="563"/>
                    <a:pt x="245" y="595"/>
                    <a:pt x="221" y="650"/>
                  </a:cubicBezTo>
                  <a:cubicBezTo>
                    <a:pt x="204" y="642"/>
                    <a:pt x="187" y="637"/>
                    <a:pt x="169" y="637"/>
                  </a:cubicBezTo>
                  <a:cubicBezTo>
                    <a:pt x="103" y="637"/>
                    <a:pt x="43" y="696"/>
                    <a:pt x="0" y="792"/>
                  </a:cubicBezTo>
                  <a:lnTo>
                    <a:pt x="1781" y="79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 name="Google Shape;13;p2"/>
          <p:cNvGrpSpPr/>
          <p:nvPr/>
        </p:nvGrpSpPr>
        <p:grpSpPr>
          <a:xfrm>
            <a:off x="-717595" y="113077"/>
            <a:ext cx="10049150" cy="901071"/>
            <a:chOff x="-717595" y="113077"/>
            <a:chExt cx="10049150" cy="901071"/>
          </a:xfrm>
        </p:grpSpPr>
        <p:sp>
          <p:nvSpPr>
            <p:cNvPr id="14" name="Google Shape;14;p2"/>
            <p:cNvSpPr/>
            <p:nvPr/>
          </p:nvSpPr>
          <p:spPr>
            <a:xfrm>
              <a:off x="-717595" y="675950"/>
              <a:ext cx="2255407" cy="338198"/>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flipH="1">
              <a:off x="8003492" y="113077"/>
              <a:ext cx="1328062" cy="517673"/>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 name="Google Shape;16;p2"/>
          <p:cNvSpPr txBox="1">
            <a:spLocks noGrp="1"/>
          </p:cNvSpPr>
          <p:nvPr>
            <p:ph type="ctrTitle"/>
          </p:nvPr>
        </p:nvSpPr>
        <p:spPr>
          <a:xfrm>
            <a:off x="1358225" y="1451100"/>
            <a:ext cx="6427500" cy="832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3200" b="0">
                <a:latin typeface="Sora ExtraBold"/>
                <a:ea typeface="Sora ExtraBold"/>
                <a:cs typeface="Sora ExtraBold"/>
                <a:sym typeface="Sora ExtraBol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7" name="Google Shape;17;p2"/>
          <p:cNvSpPr txBox="1">
            <a:spLocks noGrp="1"/>
          </p:cNvSpPr>
          <p:nvPr>
            <p:ph type="subTitle" idx="1"/>
          </p:nvPr>
        </p:nvSpPr>
        <p:spPr>
          <a:xfrm>
            <a:off x="1358275" y="2171700"/>
            <a:ext cx="6427500" cy="389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8" name="Google Shape;18;p2"/>
          <p:cNvGrpSpPr/>
          <p:nvPr/>
        </p:nvGrpSpPr>
        <p:grpSpPr>
          <a:xfrm>
            <a:off x="0" y="4076275"/>
            <a:ext cx="10937196" cy="1463152"/>
            <a:chOff x="0" y="4076275"/>
            <a:chExt cx="10937196" cy="1463152"/>
          </a:xfrm>
        </p:grpSpPr>
        <p:grpSp>
          <p:nvGrpSpPr>
            <p:cNvPr id="19" name="Google Shape;19;p2"/>
            <p:cNvGrpSpPr/>
            <p:nvPr/>
          </p:nvGrpSpPr>
          <p:grpSpPr>
            <a:xfrm>
              <a:off x="0" y="4076275"/>
              <a:ext cx="5496646" cy="1463152"/>
              <a:chOff x="256225" y="2849437"/>
              <a:chExt cx="5496646" cy="1463152"/>
            </a:xfrm>
          </p:grpSpPr>
          <p:sp>
            <p:nvSpPr>
              <p:cNvPr id="20" name="Google Shape;20;p2"/>
              <p:cNvSpPr/>
              <p:nvPr/>
            </p:nvSpPr>
            <p:spPr>
              <a:xfrm>
                <a:off x="256225" y="2849437"/>
                <a:ext cx="5496646" cy="1463152"/>
              </a:xfrm>
              <a:custGeom>
                <a:avLst/>
                <a:gdLst/>
                <a:ahLst/>
                <a:cxnLst/>
                <a:rect l="l" t="t" r="r" b="b"/>
                <a:pathLst>
                  <a:path w="2861" h="760" extrusionOk="0">
                    <a:moveTo>
                      <a:pt x="0" y="106"/>
                    </a:moveTo>
                    <a:cubicBezTo>
                      <a:pt x="0" y="106"/>
                      <a:pt x="136" y="102"/>
                      <a:pt x="136" y="218"/>
                    </a:cubicBezTo>
                    <a:cubicBezTo>
                      <a:pt x="112" y="218"/>
                      <a:pt x="112" y="218"/>
                      <a:pt x="112" y="218"/>
                    </a:cubicBezTo>
                    <a:cubicBezTo>
                      <a:pt x="112" y="249"/>
                      <a:pt x="112" y="249"/>
                      <a:pt x="112" y="249"/>
                    </a:cubicBezTo>
                    <a:cubicBezTo>
                      <a:pt x="136" y="263"/>
                      <a:pt x="136" y="263"/>
                      <a:pt x="136" y="263"/>
                    </a:cubicBezTo>
                    <a:cubicBezTo>
                      <a:pt x="136" y="760"/>
                      <a:pt x="136" y="760"/>
                      <a:pt x="136" y="760"/>
                    </a:cubicBezTo>
                    <a:cubicBezTo>
                      <a:pt x="184" y="760"/>
                      <a:pt x="184" y="760"/>
                      <a:pt x="184" y="760"/>
                    </a:cubicBezTo>
                    <a:cubicBezTo>
                      <a:pt x="184" y="263"/>
                      <a:pt x="184" y="263"/>
                      <a:pt x="184" y="263"/>
                    </a:cubicBezTo>
                    <a:cubicBezTo>
                      <a:pt x="208" y="249"/>
                      <a:pt x="208" y="249"/>
                      <a:pt x="208" y="249"/>
                    </a:cubicBezTo>
                    <a:cubicBezTo>
                      <a:pt x="208" y="218"/>
                      <a:pt x="208" y="218"/>
                      <a:pt x="208" y="218"/>
                    </a:cubicBezTo>
                    <a:cubicBezTo>
                      <a:pt x="184" y="218"/>
                      <a:pt x="184" y="218"/>
                      <a:pt x="184" y="218"/>
                    </a:cubicBezTo>
                    <a:cubicBezTo>
                      <a:pt x="184" y="102"/>
                      <a:pt x="320" y="106"/>
                      <a:pt x="320" y="106"/>
                    </a:cubicBezTo>
                    <a:cubicBezTo>
                      <a:pt x="320" y="106"/>
                      <a:pt x="456" y="102"/>
                      <a:pt x="456" y="218"/>
                    </a:cubicBezTo>
                    <a:cubicBezTo>
                      <a:pt x="432" y="218"/>
                      <a:pt x="432" y="218"/>
                      <a:pt x="432" y="218"/>
                    </a:cubicBezTo>
                    <a:cubicBezTo>
                      <a:pt x="432" y="249"/>
                      <a:pt x="432" y="249"/>
                      <a:pt x="432" y="249"/>
                    </a:cubicBezTo>
                    <a:cubicBezTo>
                      <a:pt x="456" y="263"/>
                      <a:pt x="456" y="263"/>
                      <a:pt x="456" y="263"/>
                    </a:cubicBezTo>
                    <a:cubicBezTo>
                      <a:pt x="456" y="760"/>
                      <a:pt x="456" y="760"/>
                      <a:pt x="456" y="760"/>
                    </a:cubicBezTo>
                    <a:cubicBezTo>
                      <a:pt x="500" y="760"/>
                      <a:pt x="500" y="760"/>
                      <a:pt x="500" y="760"/>
                    </a:cubicBezTo>
                    <a:cubicBezTo>
                      <a:pt x="500" y="263"/>
                      <a:pt x="500" y="263"/>
                      <a:pt x="500" y="263"/>
                    </a:cubicBezTo>
                    <a:cubicBezTo>
                      <a:pt x="524" y="249"/>
                      <a:pt x="524" y="249"/>
                      <a:pt x="524" y="249"/>
                    </a:cubicBezTo>
                    <a:cubicBezTo>
                      <a:pt x="524" y="218"/>
                      <a:pt x="524" y="218"/>
                      <a:pt x="524" y="218"/>
                    </a:cubicBezTo>
                    <a:cubicBezTo>
                      <a:pt x="500" y="218"/>
                      <a:pt x="500" y="218"/>
                      <a:pt x="500" y="218"/>
                    </a:cubicBezTo>
                    <a:cubicBezTo>
                      <a:pt x="500" y="102"/>
                      <a:pt x="636" y="106"/>
                      <a:pt x="636" y="106"/>
                    </a:cubicBezTo>
                    <a:cubicBezTo>
                      <a:pt x="636" y="106"/>
                      <a:pt x="772" y="102"/>
                      <a:pt x="772" y="218"/>
                    </a:cubicBezTo>
                    <a:cubicBezTo>
                      <a:pt x="748" y="218"/>
                      <a:pt x="748" y="218"/>
                      <a:pt x="748" y="218"/>
                    </a:cubicBezTo>
                    <a:cubicBezTo>
                      <a:pt x="748" y="249"/>
                      <a:pt x="748" y="249"/>
                      <a:pt x="748" y="249"/>
                    </a:cubicBezTo>
                    <a:cubicBezTo>
                      <a:pt x="772" y="263"/>
                      <a:pt x="772" y="263"/>
                      <a:pt x="772" y="263"/>
                    </a:cubicBezTo>
                    <a:cubicBezTo>
                      <a:pt x="772" y="760"/>
                      <a:pt x="772" y="760"/>
                      <a:pt x="772" y="760"/>
                    </a:cubicBezTo>
                    <a:cubicBezTo>
                      <a:pt x="819" y="760"/>
                      <a:pt x="819" y="760"/>
                      <a:pt x="819" y="760"/>
                    </a:cubicBezTo>
                    <a:cubicBezTo>
                      <a:pt x="819" y="263"/>
                      <a:pt x="819" y="263"/>
                      <a:pt x="819" y="263"/>
                    </a:cubicBezTo>
                    <a:cubicBezTo>
                      <a:pt x="844" y="249"/>
                      <a:pt x="844" y="249"/>
                      <a:pt x="844" y="249"/>
                    </a:cubicBezTo>
                    <a:cubicBezTo>
                      <a:pt x="844" y="218"/>
                      <a:pt x="844" y="218"/>
                      <a:pt x="844" y="218"/>
                    </a:cubicBezTo>
                    <a:cubicBezTo>
                      <a:pt x="819" y="218"/>
                      <a:pt x="819" y="218"/>
                      <a:pt x="819" y="218"/>
                    </a:cubicBezTo>
                    <a:cubicBezTo>
                      <a:pt x="819" y="102"/>
                      <a:pt x="955" y="106"/>
                      <a:pt x="955" y="106"/>
                    </a:cubicBezTo>
                    <a:cubicBezTo>
                      <a:pt x="955" y="106"/>
                      <a:pt x="1091" y="102"/>
                      <a:pt x="1091" y="218"/>
                    </a:cubicBezTo>
                    <a:cubicBezTo>
                      <a:pt x="1067" y="218"/>
                      <a:pt x="1067" y="218"/>
                      <a:pt x="1067" y="218"/>
                    </a:cubicBezTo>
                    <a:cubicBezTo>
                      <a:pt x="1067" y="249"/>
                      <a:pt x="1067" y="249"/>
                      <a:pt x="1067" y="249"/>
                    </a:cubicBezTo>
                    <a:cubicBezTo>
                      <a:pt x="1091" y="263"/>
                      <a:pt x="1091" y="263"/>
                      <a:pt x="1091" y="263"/>
                    </a:cubicBezTo>
                    <a:cubicBezTo>
                      <a:pt x="1091" y="760"/>
                      <a:pt x="1091" y="760"/>
                      <a:pt x="1091" y="760"/>
                    </a:cubicBezTo>
                    <a:cubicBezTo>
                      <a:pt x="1135" y="760"/>
                      <a:pt x="1135" y="760"/>
                      <a:pt x="1135" y="760"/>
                    </a:cubicBezTo>
                    <a:cubicBezTo>
                      <a:pt x="1135" y="263"/>
                      <a:pt x="1135" y="263"/>
                      <a:pt x="1135" y="263"/>
                    </a:cubicBezTo>
                    <a:cubicBezTo>
                      <a:pt x="1159" y="249"/>
                      <a:pt x="1159" y="249"/>
                      <a:pt x="1159" y="249"/>
                    </a:cubicBezTo>
                    <a:cubicBezTo>
                      <a:pt x="1159" y="218"/>
                      <a:pt x="1159" y="218"/>
                      <a:pt x="1159" y="218"/>
                    </a:cubicBezTo>
                    <a:cubicBezTo>
                      <a:pt x="1135" y="218"/>
                      <a:pt x="1135" y="218"/>
                      <a:pt x="1135" y="218"/>
                    </a:cubicBezTo>
                    <a:cubicBezTo>
                      <a:pt x="1135" y="102"/>
                      <a:pt x="1271" y="106"/>
                      <a:pt x="1271" y="106"/>
                    </a:cubicBezTo>
                    <a:cubicBezTo>
                      <a:pt x="1271" y="106"/>
                      <a:pt x="1407" y="102"/>
                      <a:pt x="1407" y="218"/>
                    </a:cubicBezTo>
                    <a:cubicBezTo>
                      <a:pt x="1383" y="218"/>
                      <a:pt x="1383" y="218"/>
                      <a:pt x="1383" y="218"/>
                    </a:cubicBezTo>
                    <a:cubicBezTo>
                      <a:pt x="1383" y="249"/>
                      <a:pt x="1383" y="249"/>
                      <a:pt x="1383" y="249"/>
                    </a:cubicBezTo>
                    <a:cubicBezTo>
                      <a:pt x="1407" y="263"/>
                      <a:pt x="1407" y="263"/>
                      <a:pt x="1407" y="263"/>
                    </a:cubicBezTo>
                    <a:cubicBezTo>
                      <a:pt x="1407" y="760"/>
                      <a:pt x="1407" y="760"/>
                      <a:pt x="1407" y="760"/>
                    </a:cubicBezTo>
                    <a:cubicBezTo>
                      <a:pt x="1454" y="760"/>
                      <a:pt x="1454" y="760"/>
                      <a:pt x="1454" y="760"/>
                    </a:cubicBezTo>
                    <a:cubicBezTo>
                      <a:pt x="1454" y="263"/>
                      <a:pt x="1454" y="263"/>
                      <a:pt x="1454" y="263"/>
                    </a:cubicBezTo>
                    <a:cubicBezTo>
                      <a:pt x="1478" y="249"/>
                      <a:pt x="1478" y="249"/>
                      <a:pt x="1478" y="249"/>
                    </a:cubicBezTo>
                    <a:cubicBezTo>
                      <a:pt x="1478" y="218"/>
                      <a:pt x="1478" y="218"/>
                      <a:pt x="1478" y="218"/>
                    </a:cubicBezTo>
                    <a:cubicBezTo>
                      <a:pt x="1454" y="218"/>
                      <a:pt x="1454" y="218"/>
                      <a:pt x="1454" y="218"/>
                    </a:cubicBezTo>
                    <a:cubicBezTo>
                      <a:pt x="1454" y="102"/>
                      <a:pt x="1590" y="106"/>
                      <a:pt x="1590" y="106"/>
                    </a:cubicBezTo>
                    <a:cubicBezTo>
                      <a:pt x="1590" y="106"/>
                      <a:pt x="1726" y="102"/>
                      <a:pt x="1726" y="218"/>
                    </a:cubicBezTo>
                    <a:cubicBezTo>
                      <a:pt x="1702" y="218"/>
                      <a:pt x="1702" y="218"/>
                      <a:pt x="1702" y="218"/>
                    </a:cubicBezTo>
                    <a:cubicBezTo>
                      <a:pt x="1702" y="249"/>
                      <a:pt x="1702" y="249"/>
                      <a:pt x="1702" y="249"/>
                    </a:cubicBezTo>
                    <a:cubicBezTo>
                      <a:pt x="1726" y="263"/>
                      <a:pt x="1726" y="263"/>
                      <a:pt x="1726" y="263"/>
                    </a:cubicBezTo>
                    <a:cubicBezTo>
                      <a:pt x="1726" y="760"/>
                      <a:pt x="1726" y="760"/>
                      <a:pt x="1726" y="760"/>
                    </a:cubicBezTo>
                    <a:cubicBezTo>
                      <a:pt x="1766" y="760"/>
                      <a:pt x="1766" y="760"/>
                      <a:pt x="1766" y="760"/>
                    </a:cubicBezTo>
                    <a:cubicBezTo>
                      <a:pt x="1766" y="263"/>
                      <a:pt x="1766" y="263"/>
                      <a:pt x="1766" y="263"/>
                    </a:cubicBezTo>
                    <a:cubicBezTo>
                      <a:pt x="1790" y="249"/>
                      <a:pt x="1790" y="249"/>
                      <a:pt x="1790" y="249"/>
                    </a:cubicBezTo>
                    <a:cubicBezTo>
                      <a:pt x="1790" y="218"/>
                      <a:pt x="1790" y="218"/>
                      <a:pt x="1790" y="218"/>
                    </a:cubicBezTo>
                    <a:cubicBezTo>
                      <a:pt x="1766" y="218"/>
                      <a:pt x="1766" y="218"/>
                      <a:pt x="1766" y="218"/>
                    </a:cubicBezTo>
                    <a:cubicBezTo>
                      <a:pt x="1766" y="102"/>
                      <a:pt x="1902" y="106"/>
                      <a:pt x="1902" y="106"/>
                    </a:cubicBezTo>
                    <a:cubicBezTo>
                      <a:pt x="1902" y="106"/>
                      <a:pt x="2038" y="102"/>
                      <a:pt x="2038" y="218"/>
                    </a:cubicBezTo>
                    <a:cubicBezTo>
                      <a:pt x="2014" y="218"/>
                      <a:pt x="2014" y="218"/>
                      <a:pt x="2014" y="218"/>
                    </a:cubicBezTo>
                    <a:cubicBezTo>
                      <a:pt x="2014" y="249"/>
                      <a:pt x="2014" y="249"/>
                      <a:pt x="2014" y="249"/>
                    </a:cubicBezTo>
                    <a:cubicBezTo>
                      <a:pt x="2038" y="263"/>
                      <a:pt x="2038" y="263"/>
                      <a:pt x="2038" y="263"/>
                    </a:cubicBezTo>
                    <a:cubicBezTo>
                      <a:pt x="2038" y="760"/>
                      <a:pt x="2038" y="760"/>
                      <a:pt x="2038" y="760"/>
                    </a:cubicBezTo>
                    <a:cubicBezTo>
                      <a:pt x="2086" y="760"/>
                      <a:pt x="2086" y="760"/>
                      <a:pt x="2086" y="760"/>
                    </a:cubicBezTo>
                    <a:cubicBezTo>
                      <a:pt x="2086" y="263"/>
                      <a:pt x="2086" y="263"/>
                      <a:pt x="2086" y="263"/>
                    </a:cubicBezTo>
                    <a:cubicBezTo>
                      <a:pt x="2110" y="249"/>
                      <a:pt x="2110" y="249"/>
                      <a:pt x="2110" y="249"/>
                    </a:cubicBezTo>
                    <a:cubicBezTo>
                      <a:pt x="2110" y="218"/>
                      <a:pt x="2110" y="218"/>
                      <a:pt x="2110" y="218"/>
                    </a:cubicBezTo>
                    <a:cubicBezTo>
                      <a:pt x="2086" y="218"/>
                      <a:pt x="2086" y="218"/>
                      <a:pt x="2086" y="218"/>
                    </a:cubicBezTo>
                    <a:cubicBezTo>
                      <a:pt x="2086" y="102"/>
                      <a:pt x="2222" y="106"/>
                      <a:pt x="2222" y="106"/>
                    </a:cubicBezTo>
                    <a:cubicBezTo>
                      <a:pt x="2222" y="106"/>
                      <a:pt x="2358" y="102"/>
                      <a:pt x="2358" y="218"/>
                    </a:cubicBezTo>
                    <a:cubicBezTo>
                      <a:pt x="2334" y="218"/>
                      <a:pt x="2334" y="218"/>
                      <a:pt x="2334" y="218"/>
                    </a:cubicBezTo>
                    <a:cubicBezTo>
                      <a:pt x="2334" y="249"/>
                      <a:pt x="2334" y="249"/>
                      <a:pt x="2334" y="249"/>
                    </a:cubicBezTo>
                    <a:cubicBezTo>
                      <a:pt x="2358" y="263"/>
                      <a:pt x="2358" y="263"/>
                      <a:pt x="2358" y="263"/>
                    </a:cubicBezTo>
                    <a:cubicBezTo>
                      <a:pt x="2358" y="760"/>
                      <a:pt x="2358" y="760"/>
                      <a:pt x="2358" y="760"/>
                    </a:cubicBezTo>
                    <a:cubicBezTo>
                      <a:pt x="2395" y="760"/>
                      <a:pt x="2395" y="760"/>
                      <a:pt x="2395" y="760"/>
                    </a:cubicBezTo>
                    <a:cubicBezTo>
                      <a:pt x="2395" y="263"/>
                      <a:pt x="2395" y="263"/>
                      <a:pt x="2395" y="263"/>
                    </a:cubicBezTo>
                    <a:cubicBezTo>
                      <a:pt x="2420" y="249"/>
                      <a:pt x="2420" y="249"/>
                      <a:pt x="2420" y="249"/>
                    </a:cubicBezTo>
                    <a:cubicBezTo>
                      <a:pt x="2420" y="218"/>
                      <a:pt x="2420" y="218"/>
                      <a:pt x="2420" y="218"/>
                    </a:cubicBezTo>
                    <a:cubicBezTo>
                      <a:pt x="2395" y="218"/>
                      <a:pt x="2395" y="218"/>
                      <a:pt x="2395" y="218"/>
                    </a:cubicBezTo>
                    <a:cubicBezTo>
                      <a:pt x="2395" y="102"/>
                      <a:pt x="2531" y="106"/>
                      <a:pt x="2531" y="106"/>
                    </a:cubicBezTo>
                    <a:cubicBezTo>
                      <a:pt x="2531" y="106"/>
                      <a:pt x="2667" y="102"/>
                      <a:pt x="2667" y="218"/>
                    </a:cubicBezTo>
                    <a:cubicBezTo>
                      <a:pt x="2643" y="218"/>
                      <a:pt x="2643" y="218"/>
                      <a:pt x="2643" y="218"/>
                    </a:cubicBezTo>
                    <a:cubicBezTo>
                      <a:pt x="2643" y="249"/>
                      <a:pt x="2643" y="249"/>
                      <a:pt x="2643" y="249"/>
                    </a:cubicBezTo>
                    <a:cubicBezTo>
                      <a:pt x="2667" y="263"/>
                      <a:pt x="2667" y="263"/>
                      <a:pt x="2667" y="263"/>
                    </a:cubicBezTo>
                    <a:cubicBezTo>
                      <a:pt x="2667" y="760"/>
                      <a:pt x="2667" y="760"/>
                      <a:pt x="2667" y="760"/>
                    </a:cubicBezTo>
                    <a:cubicBezTo>
                      <a:pt x="2715" y="760"/>
                      <a:pt x="2715" y="760"/>
                      <a:pt x="2715" y="760"/>
                    </a:cubicBezTo>
                    <a:cubicBezTo>
                      <a:pt x="2715" y="263"/>
                      <a:pt x="2715" y="263"/>
                      <a:pt x="2715" y="263"/>
                    </a:cubicBezTo>
                    <a:cubicBezTo>
                      <a:pt x="2739" y="249"/>
                      <a:pt x="2739" y="249"/>
                      <a:pt x="2739" y="249"/>
                    </a:cubicBezTo>
                    <a:cubicBezTo>
                      <a:pt x="2739" y="218"/>
                      <a:pt x="2739" y="218"/>
                      <a:pt x="2739" y="218"/>
                    </a:cubicBezTo>
                    <a:cubicBezTo>
                      <a:pt x="2715" y="218"/>
                      <a:pt x="2715" y="218"/>
                      <a:pt x="2715" y="218"/>
                    </a:cubicBezTo>
                    <a:cubicBezTo>
                      <a:pt x="2715" y="102"/>
                      <a:pt x="2851" y="106"/>
                      <a:pt x="2851" y="106"/>
                    </a:cubicBezTo>
                    <a:cubicBezTo>
                      <a:pt x="2851" y="106"/>
                      <a:pt x="2855" y="106"/>
                      <a:pt x="2861" y="106"/>
                    </a:cubicBezTo>
                    <a:cubicBezTo>
                      <a:pt x="2861" y="0"/>
                      <a:pt x="2861" y="0"/>
                      <a:pt x="2861" y="0"/>
                    </a:cubicBezTo>
                    <a:cubicBezTo>
                      <a:pt x="0" y="0"/>
                      <a:pt x="0" y="0"/>
                      <a:pt x="0" y="0"/>
                    </a:cubicBezTo>
                    <a:lnTo>
                      <a:pt x="0" y="10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 name="Google Shape;21;p2"/>
              <p:cNvGrpSpPr/>
              <p:nvPr/>
            </p:nvGrpSpPr>
            <p:grpSpPr>
              <a:xfrm>
                <a:off x="522242" y="3004104"/>
                <a:ext cx="4945824" cy="77100"/>
                <a:chOff x="522242" y="3004104"/>
                <a:chExt cx="4945824" cy="77100"/>
              </a:xfrm>
            </p:grpSpPr>
            <p:sp>
              <p:nvSpPr>
                <p:cNvPr id="22" name="Google Shape;22;p2"/>
                <p:cNvSpPr/>
                <p:nvPr/>
              </p:nvSpPr>
              <p:spPr>
                <a:xfrm>
                  <a:off x="1137793"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3;p2"/>
                <p:cNvSpPr/>
                <p:nvPr/>
              </p:nvSpPr>
              <p:spPr>
                <a:xfrm>
                  <a:off x="522242"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4;p2"/>
                <p:cNvSpPr/>
                <p:nvPr/>
              </p:nvSpPr>
              <p:spPr>
                <a:xfrm>
                  <a:off x="236270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5;p2"/>
                <p:cNvSpPr/>
                <p:nvPr/>
              </p:nvSpPr>
              <p:spPr>
                <a:xfrm>
                  <a:off x="1747156"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2"/>
                <p:cNvSpPr/>
                <p:nvPr/>
              </p:nvSpPr>
              <p:spPr>
                <a:xfrm>
                  <a:off x="358452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p2"/>
                <p:cNvSpPr/>
                <p:nvPr/>
              </p:nvSpPr>
              <p:spPr>
                <a:xfrm>
                  <a:off x="2972070"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8;p2"/>
                <p:cNvSpPr/>
                <p:nvPr/>
              </p:nvSpPr>
              <p:spPr>
                <a:xfrm>
                  <a:off x="4787789"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2"/>
                <p:cNvSpPr/>
                <p:nvPr/>
              </p:nvSpPr>
              <p:spPr>
                <a:xfrm>
                  <a:off x="5390965"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p2"/>
                <p:cNvSpPr/>
                <p:nvPr/>
              </p:nvSpPr>
              <p:spPr>
                <a:xfrm>
                  <a:off x="4175332"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1" name="Google Shape;31;p2"/>
            <p:cNvGrpSpPr/>
            <p:nvPr/>
          </p:nvGrpSpPr>
          <p:grpSpPr>
            <a:xfrm>
              <a:off x="5440550" y="4076275"/>
              <a:ext cx="5496646" cy="1463152"/>
              <a:chOff x="256225" y="2849437"/>
              <a:chExt cx="5496646" cy="1463152"/>
            </a:xfrm>
          </p:grpSpPr>
          <p:sp>
            <p:nvSpPr>
              <p:cNvPr id="32" name="Google Shape;32;p2"/>
              <p:cNvSpPr/>
              <p:nvPr/>
            </p:nvSpPr>
            <p:spPr>
              <a:xfrm>
                <a:off x="256225" y="2849437"/>
                <a:ext cx="5496646" cy="1463152"/>
              </a:xfrm>
              <a:custGeom>
                <a:avLst/>
                <a:gdLst/>
                <a:ahLst/>
                <a:cxnLst/>
                <a:rect l="l" t="t" r="r" b="b"/>
                <a:pathLst>
                  <a:path w="2861" h="760" extrusionOk="0">
                    <a:moveTo>
                      <a:pt x="0" y="106"/>
                    </a:moveTo>
                    <a:cubicBezTo>
                      <a:pt x="0" y="106"/>
                      <a:pt x="136" y="102"/>
                      <a:pt x="136" y="218"/>
                    </a:cubicBezTo>
                    <a:cubicBezTo>
                      <a:pt x="112" y="218"/>
                      <a:pt x="112" y="218"/>
                      <a:pt x="112" y="218"/>
                    </a:cubicBezTo>
                    <a:cubicBezTo>
                      <a:pt x="112" y="249"/>
                      <a:pt x="112" y="249"/>
                      <a:pt x="112" y="249"/>
                    </a:cubicBezTo>
                    <a:cubicBezTo>
                      <a:pt x="136" y="263"/>
                      <a:pt x="136" y="263"/>
                      <a:pt x="136" y="263"/>
                    </a:cubicBezTo>
                    <a:cubicBezTo>
                      <a:pt x="136" y="760"/>
                      <a:pt x="136" y="760"/>
                      <a:pt x="136" y="760"/>
                    </a:cubicBezTo>
                    <a:cubicBezTo>
                      <a:pt x="184" y="760"/>
                      <a:pt x="184" y="760"/>
                      <a:pt x="184" y="760"/>
                    </a:cubicBezTo>
                    <a:cubicBezTo>
                      <a:pt x="184" y="263"/>
                      <a:pt x="184" y="263"/>
                      <a:pt x="184" y="263"/>
                    </a:cubicBezTo>
                    <a:cubicBezTo>
                      <a:pt x="208" y="249"/>
                      <a:pt x="208" y="249"/>
                      <a:pt x="208" y="249"/>
                    </a:cubicBezTo>
                    <a:cubicBezTo>
                      <a:pt x="208" y="218"/>
                      <a:pt x="208" y="218"/>
                      <a:pt x="208" y="218"/>
                    </a:cubicBezTo>
                    <a:cubicBezTo>
                      <a:pt x="184" y="218"/>
                      <a:pt x="184" y="218"/>
                      <a:pt x="184" y="218"/>
                    </a:cubicBezTo>
                    <a:cubicBezTo>
                      <a:pt x="184" y="102"/>
                      <a:pt x="320" y="106"/>
                      <a:pt x="320" y="106"/>
                    </a:cubicBezTo>
                    <a:cubicBezTo>
                      <a:pt x="320" y="106"/>
                      <a:pt x="456" y="102"/>
                      <a:pt x="456" y="218"/>
                    </a:cubicBezTo>
                    <a:cubicBezTo>
                      <a:pt x="432" y="218"/>
                      <a:pt x="432" y="218"/>
                      <a:pt x="432" y="218"/>
                    </a:cubicBezTo>
                    <a:cubicBezTo>
                      <a:pt x="432" y="249"/>
                      <a:pt x="432" y="249"/>
                      <a:pt x="432" y="249"/>
                    </a:cubicBezTo>
                    <a:cubicBezTo>
                      <a:pt x="456" y="263"/>
                      <a:pt x="456" y="263"/>
                      <a:pt x="456" y="263"/>
                    </a:cubicBezTo>
                    <a:cubicBezTo>
                      <a:pt x="456" y="760"/>
                      <a:pt x="456" y="760"/>
                      <a:pt x="456" y="760"/>
                    </a:cubicBezTo>
                    <a:cubicBezTo>
                      <a:pt x="500" y="760"/>
                      <a:pt x="500" y="760"/>
                      <a:pt x="500" y="760"/>
                    </a:cubicBezTo>
                    <a:cubicBezTo>
                      <a:pt x="500" y="263"/>
                      <a:pt x="500" y="263"/>
                      <a:pt x="500" y="263"/>
                    </a:cubicBezTo>
                    <a:cubicBezTo>
                      <a:pt x="524" y="249"/>
                      <a:pt x="524" y="249"/>
                      <a:pt x="524" y="249"/>
                    </a:cubicBezTo>
                    <a:cubicBezTo>
                      <a:pt x="524" y="218"/>
                      <a:pt x="524" y="218"/>
                      <a:pt x="524" y="218"/>
                    </a:cubicBezTo>
                    <a:cubicBezTo>
                      <a:pt x="500" y="218"/>
                      <a:pt x="500" y="218"/>
                      <a:pt x="500" y="218"/>
                    </a:cubicBezTo>
                    <a:cubicBezTo>
                      <a:pt x="500" y="102"/>
                      <a:pt x="636" y="106"/>
                      <a:pt x="636" y="106"/>
                    </a:cubicBezTo>
                    <a:cubicBezTo>
                      <a:pt x="636" y="106"/>
                      <a:pt x="772" y="102"/>
                      <a:pt x="772" y="218"/>
                    </a:cubicBezTo>
                    <a:cubicBezTo>
                      <a:pt x="748" y="218"/>
                      <a:pt x="748" y="218"/>
                      <a:pt x="748" y="218"/>
                    </a:cubicBezTo>
                    <a:cubicBezTo>
                      <a:pt x="748" y="249"/>
                      <a:pt x="748" y="249"/>
                      <a:pt x="748" y="249"/>
                    </a:cubicBezTo>
                    <a:cubicBezTo>
                      <a:pt x="772" y="263"/>
                      <a:pt x="772" y="263"/>
                      <a:pt x="772" y="263"/>
                    </a:cubicBezTo>
                    <a:cubicBezTo>
                      <a:pt x="772" y="760"/>
                      <a:pt x="772" y="760"/>
                      <a:pt x="772" y="760"/>
                    </a:cubicBezTo>
                    <a:cubicBezTo>
                      <a:pt x="819" y="760"/>
                      <a:pt x="819" y="760"/>
                      <a:pt x="819" y="760"/>
                    </a:cubicBezTo>
                    <a:cubicBezTo>
                      <a:pt x="819" y="263"/>
                      <a:pt x="819" y="263"/>
                      <a:pt x="819" y="263"/>
                    </a:cubicBezTo>
                    <a:cubicBezTo>
                      <a:pt x="844" y="249"/>
                      <a:pt x="844" y="249"/>
                      <a:pt x="844" y="249"/>
                    </a:cubicBezTo>
                    <a:cubicBezTo>
                      <a:pt x="844" y="218"/>
                      <a:pt x="844" y="218"/>
                      <a:pt x="844" y="218"/>
                    </a:cubicBezTo>
                    <a:cubicBezTo>
                      <a:pt x="819" y="218"/>
                      <a:pt x="819" y="218"/>
                      <a:pt x="819" y="218"/>
                    </a:cubicBezTo>
                    <a:cubicBezTo>
                      <a:pt x="819" y="102"/>
                      <a:pt x="955" y="106"/>
                      <a:pt x="955" y="106"/>
                    </a:cubicBezTo>
                    <a:cubicBezTo>
                      <a:pt x="955" y="106"/>
                      <a:pt x="1091" y="102"/>
                      <a:pt x="1091" y="218"/>
                    </a:cubicBezTo>
                    <a:cubicBezTo>
                      <a:pt x="1067" y="218"/>
                      <a:pt x="1067" y="218"/>
                      <a:pt x="1067" y="218"/>
                    </a:cubicBezTo>
                    <a:cubicBezTo>
                      <a:pt x="1067" y="249"/>
                      <a:pt x="1067" y="249"/>
                      <a:pt x="1067" y="249"/>
                    </a:cubicBezTo>
                    <a:cubicBezTo>
                      <a:pt x="1091" y="263"/>
                      <a:pt x="1091" y="263"/>
                      <a:pt x="1091" y="263"/>
                    </a:cubicBezTo>
                    <a:cubicBezTo>
                      <a:pt x="1091" y="760"/>
                      <a:pt x="1091" y="760"/>
                      <a:pt x="1091" y="760"/>
                    </a:cubicBezTo>
                    <a:cubicBezTo>
                      <a:pt x="1135" y="760"/>
                      <a:pt x="1135" y="760"/>
                      <a:pt x="1135" y="760"/>
                    </a:cubicBezTo>
                    <a:cubicBezTo>
                      <a:pt x="1135" y="263"/>
                      <a:pt x="1135" y="263"/>
                      <a:pt x="1135" y="263"/>
                    </a:cubicBezTo>
                    <a:cubicBezTo>
                      <a:pt x="1159" y="249"/>
                      <a:pt x="1159" y="249"/>
                      <a:pt x="1159" y="249"/>
                    </a:cubicBezTo>
                    <a:cubicBezTo>
                      <a:pt x="1159" y="218"/>
                      <a:pt x="1159" y="218"/>
                      <a:pt x="1159" y="218"/>
                    </a:cubicBezTo>
                    <a:cubicBezTo>
                      <a:pt x="1135" y="218"/>
                      <a:pt x="1135" y="218"/>
                      <a:pt x="1135" y="218"/>
                    </a:cubicBezTo>
                    <a:cubicBezTo>
                      <a:pt x="1135" y="102"/>
                      <a:pt x="1271" y="106"/>
                      <a:pt x="1271" y="106"/>
                    </a:cubicBezTo>
                    <a:cubicBezTo>
                      <a:pt x="1271" y="106"/>
                      <a:pt x="1407" y="102"/>
                      <a:pt x="1407" y="218"/>
                    </a:cubicBezTo>
                    <a:cubicBezTo>
                      <a:pt x="1383" y="218"/>
                      <a:pt x="1383" y="218"/>
                      <a:pt x="1383" y="218"/>
                    </a:cubicBezTo>
                    <a:cubicBezTo>
                      <a:pt x="1383" y="249"/>
                      <a:pt x="1383" y="249"/>
                      <a:pt x="1383" y="249"/>
                    </a:cubicBezTo>
                    <a:cubicBezTo>
                      <a:pt x="1407" y="263"/>
                      <a:pt x="1407" y="263"/>
                      <a:pt x="1407" y="263"/>
                    </a:cubicBezTo>
                    <a:cubicBezTo>
                      <a:pt x="1407" y="760"/>
                      <a:pt x="1407" y="760"/>
                      <a:pt x="1407" y="760"/>
                    </a:cubicBezTo>
                    <a:cubicBezTo>
                      <a:pt x="1454" y="760"/>
                      <a:pt x="1454" y="760"/>
                      <a:pt x="1454" y="760"/>
                    </a:cubicBezTo>
                    <a:cubicBezTo>
                      <a:pt x="1454" y="263"/>
                      <a:pt x="1454" y="263"/>
                      <a:pt x="1454" y="263"/>
                    </a:cubicBezTo>
                    <a:cubicBezTo>
                      <a:pt x="1478" y="249"/>
                      <a:pt x="1478" y="249"/>
                      <a:pt x="1478" y="249"/>
                    </a:cubicBezTo>
                    <a:cubicBezTo>
                      <a:pt x="1478" y="218"/>
                      <a:pt x="1478" y="218"/>
                      <a:pt x="1478" y="218"/>
                    </a:cubicBezTo>
                    <a:cubicBezTo>
                      <a:pt x="1454" y="218"/>
                      <a:pt x="1454" y="218"/>
                      <a:pt x="1454" y="218"/>
                    </a:cubicBezTo>
                    <a:cubicBezTo>
                      <a:pt x="1454" y="102"/>
                      <a:pt x="1590" y="106"/>
                      <a:pt x="1590" y="106"/>
                    </a:cubicBezTo>
                    <a:cubicBezTo>
                      <a:pt x="1590" y="106"/>
                      <a:pt x="1726" y="102"/>
                      <a:pt x="1726" y="218"/>
                    </a:cubicBezTo>
                    <a:cubicBezTo>
                      <a:pt x="1702" y="218"/>
                      <a:pt x="1702" y="218"/>
                      <a:pt x="1702" y="218"/>
                    </a:cubicBezTo>
                    <a:cubicBezTo>
                      <a:pt x="1702" y="249"/>
                      <a:pt x="1702" y="249"/>
                      <a:pt x="1702" y="249"/>
                    </a:cubicBezTo>
                    <a:cubicBezTo>
                      <a:pt x="1726" y="263"/>
                      <a:pt x="1726" y="263"/>
                      <a:pt x="1726" y="263"/>
                    </a:cubicBezTo>
                    <a:cubicBezTo>
                      <a:pt x="1726" y="760"/>
                      <a:pt x="1726" y="760"/>
                      <a:pt x="1726" y="760"/>
                    </a:cubicBezTo>
                    <a:cubicBezTo>
                      <a:pt x="1766" y="760"/>
                      <a:pt x="1766" y="760"/>
                      <a:pt x="1766" y="760"/>
                    </a:cubicBezTo>
                    <a:cubicBezTo>
                      <a:pt x="1766" y="263"/>
                      <a:pt x="1766" y="263"/>
                      <a:pt x="1766" y="263"/>
                    </a:cubicBezTo>
                    <a:cubicBezTo>
                      <a:pt x="1790" y="249"/>
                      <a:pt x="1790" y="249"/>
                      <a:pt x="1790" y="249"/>
                    </a:cubicBezTo>
                    <a:cubicBezTo>
                      <a:pt x="1790" y="218"/>
                      <a:pt x="1790" y="218"/>
                      <a:pt x="1790" y="218"/>
                    </a:cubicBezTo>
                    <a:cubicBezTo>
                      <a:pt x="1766" y="218"/>
                      <a:pt x="1766" y="218"/>
                      <a:pt x="1766" y="218"/>
                    </a:cubicBezTo>
                    <a:cubicBezTo>
                      <a:pt x="1766" y="102"/>
                      <a:pt x="1902" y="106"/>
                      <a:pt x="1902" y="106"/>
                    </a:cubicBezTo>
                    <a:cubicBezTo>
                      <a:pt x="1902" y="106"/>
                      <a:pt x="2038" y="102"/>
                      <a:pt x="2038" y="218"/>
                    </a:cubicBezTo>
                    <a:cubicBezTo>
                      <a:pt x="2014" y="218"/>
                      <a:pt x="2014" y="218"/>
                      <a:pt x="2014" y="218"/>
                    </a:cubicBezTo>
                    <a:cubicBezTo>
                      <a:pt x="2014" y="249"/>
                      <a:pt x="2014" y="249"/>
                      <a:pt x="2014" y="249"/>
                    </a:cubicBezTo>
                    <a:cubicBezTo>
                      <a:pt x="2038" y="263"/>
                      <a:pt x="2038" y="263"/>
                      <a:pt x="2038" y="263"/>
                    </a:cubicBezTo>
                    <a:cubicBezTo>
                      <a:pt x="2038" y="760"/>
                      <a:pt x="2038" y="760"/>
                      <a:pt x="2038" y="760"/>
                    </a:cubicBezTo>
                    <a:cubicBezTo>
                      <a:pt x="2086" y="760"/>
                      <a:pt x="2086" y="760"/>
                      <a:pt x="2086" y="760"/>
                    </a:cubicBezTo>
                    <a:cubicBezTo>
                      <a:pt x="2086" y="263"/>
                      <a:pt x="2086" y="263"/>
                      <a:pt x="2086" y="263"/>
                    </a:cubicBezTo>
                    <a:cubicBezTo>
                      <a:pt x="2110" y="249"/>
                      <a:pt x="2110" y="249"/>
                      <a:pt x="2110" y="249"/>
                    </a:cubicBezTo>
                    <a:cubicBezTo>
                      <a:pt x="2110" y="218"/>
                      <a:pt x="2110" y="218"/>
                      <a:pt x="2110" y="218"/>
                    </a:cubicBezTo>
                    <a:cubicBezTo>
                      <a:pt x="2086" y="218"/>
                      <a:pt x="2086" y="218"/>
                      <a:pt x="2086" y="218"/>
                    </a:cubicBezTo>
                    <a:cubicBezTo>
                      <a:pt x="2086" y="102"/>
                      <a:pt x="2222" y="106"/>
                      <a:pt x="2222" y="106"/>
                    </a:cubicBezTo>
                    <a:cubicBezTo>
                      <a:pt x="2222" y="106"/>
                      <a:pt x="2358" y="102"/>
                      <a:pt x="2358" y="218"/>
                    </a:cubicBezTo>
                    <a:cubicBezTo>
                      <a:pt x="2334" y="218"/>
                      <a:pt x="2334" y="218"/>
                      <a:pt x="2334" y="218"/>
                    </a:cubicBezTo>
                    <a:cubicBezTo>
                      <a:pt x="2334" y="249"/>
                      <a:pt x="2334" y="249"/>
                      <a:pt x="2334" y="249"/>
                    </a:cubicBezTo>
                    <a:cubicBezTo>
                      <a:pt x="2358" y="263"/>
                      <a:pt x="2358" y="263"/>
                      <a:pt x="2358" y="263"/>
                    </a:cubicBezTo>
                    <a:cubicBezTo>
                      <a:pt x="2358" y="760"/>
                      <a:pt x="2358" y="760"/>
                      <a:pt x="2358" y="760"/>
                    </a:cubicBezTo>
                    <a:cubicBezTo>
                      <a:pt x="2395" y="760"/>
                      <a:pt x="2395" y="760"/>
                      <a:pt x="2395" y="760"/>
                    </a:cubicBezTo>
                    <a:cubicBezTo>
                      <a:pt x="2395" y="263"/>
                      <a:pt x="2395" y="263"/>
                      <a:pt x="2395" y="263"/>
                    </a:cubicBezTo>
                    <a:cubicBezTo>
                      <a:pt x="2420" y="249"/>
                      <a:pt x="2420" y="249"/>
                      <a:pt x="2420" y="249"/>
                    </a:cubicBezTo>
                    <a:cubicBezTo>
                      <a:pt x="2420" y="218"/>
                      <a:pt x="2420" y="218"/>
                      <a:pt x="2420" y="218"/>
                    </a:cubicBezTo>
                    <a:cubicBezTo>
                      <a:pt x="2395" y="218"/>
                      <a:pt x="2395" y="218"/>
                      <a:pt x="2395" y="218"/>
                    </a:cubicBezTo>
                    <a:cubicBezTo>
                      <a:pt x="2395" y="102"/>
                      <a:pt x="2531" y="106"/>
                      <a:pt x="2531" y="106"/>
                    </a:cubicBezTo>
                    <a:cubicBezTo>
                      <a:pt x="2531" y="106"/>
                      <a:pt x="2667" y="102"/>
                      <a:pt x="2667" y="218"/>
                    </a:cubicBezTo>
                    <a:cubicBezTo>
                      <a:pt x="2643" y="218"/>
                      <a:pt x="2643" y="218"/>
                      <a:pt x="2643" y="218"/>
                    </a:cubicBezTo>
                    <a:cubicBezTo>
                      <a:pt x="2643" y="249"/>
                      <a:pt x="2643" y="249"/>
                      <a:pt x="2643" y="249"/>
                    </a:cubicBezTo>
                    <a:cubicBezTo>
                      <a:pt x="2667" y="263"/>
                      <a:pt x="2667" y="263"/>
                      <a:pt x="2667" y="263"/>
                    </a:cubicBezTo>
                    <a:cubicBezTo>
                      <a:pt x="2667" y="760"/>
                      <a:pt x="2667" y="760"/>
                      <a:pt x="2667" y="760"/>
                    </a:cubicBezTo>
                    <a:cubicBezTo>
                      <a:pt x="2715" y="760"/>
                      <a:pt x="2715" y="760"/>
                      <a:pt x="2715" y="760"/>
                    </a:cubicBezTo>
                    <a:cubicBezTo>
                      <a:pt x="2715" y="263"/>
                      <a:pt x="2715" y="263"/>
                      <a:pt x="2715" y="263"/>
                    </a:cubicBezTo>
                    <a:cubicBezTo>
                      <a:pt x="2739" y="249"/>
                      <a:pt x="2739" y="249"/>
                      <a:pt x="2739" y="249"/>
                    </a:cubicBezTo>
                    <a:cubicBezTo>
                      <a:pt x="2739" y="218"/>
                      <a:pt x="2739" y="218"/>
                      <a:pt x="2739" y="218"/>
                    </a:cubicBezTo>
                    <a:cubicBezTo>
                      <a:pt x="2715" y="218"/>
                      <a:pt x="2715" y="218"/>
                      <a:pt x="2715" y="218"/>
                    </a:cubicBezTo>
                    <a:cubicBezTo>
                      <a:pt x="2715" y="102"/>
                      <a:pt x="2851" y="106"/>
                      <a:pt x="2851" y="106"/>
                    </a:cubicBezTo>
                    <a:cubicBezTo>
                      <a:pt x="2851" y="106"/>
                      <a:pt x="2855" y="106"/>
                      <a:pt x="2861" y="106"/>
                    </a:cubicBezTo>
                    <a:cubicBezTo>
                      <a:pt x="2861" y="0"/>
                      <a:pt x="2861" y="0"/>
                      <a:pt x="2861" y="0"/>
                    </a:cubicBezTo>
                    <a:cubicBezTo>
                      <a:pt x="0" y="0"/>
                      <a:pt x="0" y="0"/>
                      <a:pt x="0" y="0"/>
                    </a:cubicBezTo>
                    <a:lnTo>
                      <a:pt x="0" y="10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3" name="Google Shape;33;p2"/>
              <p:cNvGrpSpPr/>
              <p:nvPr/>
            </p:nvGrpSpPr>
            <p:grpSpPr>
              <a:xfrm>
                <a:off x="522242" y="3004104"/>
                <a:ext cx="4945824" cy="77100"/>
                <a:chOff x="522242" y="3004104"/>
                <a:chExt cx="4945824" cy="77100"/>
              </a:xfrm>
            </p:grpSpPr>
            <p:sp>
              <p:nvSpPr>
                <p:cNvPr id="34" name="Google Shape;34;p2"/>
                <p:cNvSpPr/>
                <p:nvPr/>
              </p:nvSpPr>
              <p:spPr>
                <a:xfrm>
                  <a:off x="1137793"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5;p2"/>
                <p:cNvSpPr/>
                <p:nvPr/>
              </p:nvSpPr>
              <p:spPr>
                <a:xfrm>
                  <a:off x="522242"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36;p2"/>
                <p:cNvSpPr/>
                <p:nvPr/>
              </p:nvSpPr>
              <p:spPr>
                <a:xfrm>
                  <a:off x="236270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37;p2"/>
                <p:cNvSpPr/>
                <p:nvPr/>
              </p:nvSpPr>
              <p:spPr>
                <a:xfrm>
                  <a:off x="1747156"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8;p2"/>
                <p:cNvSpPr/>
                <p:nvPr/>
              </p:nvSpPr>
              <p:spPr>
                <a:xfrm>
                  <a:off x="358452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39;p2"/>
                <p:cNvSpPr/>
                <p:nvPr/>
              </p:nvSpPr>
              <p:spPr>
                <a:xfrm>
                  <a:off x="2972070"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40;p2"/>
                <p:cNvSpPr/>
                <p:nvPr/>
              </p:nvSpPr>
              <p:spPr>
                <a:xfrm>
                  <a:off x="4787789"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41;p2"/>
                <p:cNvSpPr/>
                <p:nvPr/>
              </p:nvSpPr>
              <p:spPr>
                <a:xfrm>
                  <a:off x="5390965"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42;p2"/>
                <p:cNvSpPr/>
                <p:nvPr/>
              </p:nvSpPr>
              <p:spPr>
                <a:xfrm>
                  <a:off x="4175332"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9"/>
        <p:cNvGrpSpPr/>
        <p:nvPr/>
      </p:nvGrpSpPr>
      <p:grpSpPr>
        <a:xfrm>
          <a:off x="0" y="0"/>
          <a:ext cx="0" cy="0"/>
          <a:chOff x="0" y="0"/>
          <a:chExt cx="0" cy="0"/>
        </a:xfrm>
      </p:grpSpPr>
      <p:pic>
        <p:nvPicPr>
          <p:cNvPr id="150" name="Google Shape;150;p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51" name="Google Shape;151;p5"/>
          <p:cNvSpPr txBox="1">
            <a:spLocks noGrp="1"/>
          </p:cNvSpPr>
          <p:nvPr>
            <p:ph type="subTitle" idx="1"/>
          </p:nvPr>
        </p:nvSpPr>
        <p:spPr>
          <a:xfrm>
            <a:off x="1290763" y="2205525"/>
            <a:ext cx="2907600" cy="4725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52" name="Google Shape;152;p5"/>
          <p:cNvSpPr txBox="1">
            <a:spLocks noGrp="1"/>
          </p:cNvSpPr>
          <p:nvPr>
            <p:ph type="subTitle" idx="2"/>
          </p:nvPr>
        </p:nvSpPr>
        <p:spPr>
          <a:xfrm>
            <a:off x="4945638" y="2205525"/>
            <a:ext cx="2907600" cy="472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53" name="Google Shape;153;p5"/>
          <p:cNvSpPr txBox="1">
            <a:spLocks noGrp="1"/>
          </p:cNvSpPr>
          <p:nvPr>
            <p:ph type="subTitle" idx="3"/>
          </p:nvPr>
        </p:nvSpPr>
        <p:spPr>
          <a:xfrm>
            <a:off x="1290763" y="2612050"/>
            <a:ext cx="2907600" cy="135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4" name="Google Shape;154;p5"/>
          <p:cNvSpPr txBox="1">
            <a:spLocks noGrp="1"/>
          </p:cNvSpPr>
          <p:nvPr>
            <p:ph type="subTitle" idx="4"/>
          </p:nvPr>
        </p:nvSpPr>
        <p:spPr>
          <a:xfrm>
            <a:off x="4945638" y="2612050"/>
            <a:ext cx="2907600" cy="135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5" name="Google Shape;15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56" name="Google Shape;156;p5"/>
          <p:cNvCxnSpPr/>
          <p:nvPr/>
        </p:nvCxnSpPr>
        <p:spPr>
          <a:xfrm>
            <a:off x="4572000" y="-200925"/>
            <a:ext cx="0" cy="583800"/>
          </a:xfrm>
          <a:prstGeom prst="straightConnector1">
            <a:avLst/>
          </a:prstGeom>
          <a:noFill/>
          <a:ln w="9525" cap="flat" cmpd="sng">
            <a:solidFill>
              <a:schemeClr val="dk1"/>
            </a:solidFill>
            <a:prstDash val="solid"/>
            <a:round/>
            <a:headEnd type="none" w="med" len="med"/>
            <a:tailEnd type="diamond" w="med" len="med"/>
          </a:ln>
        </p:spPr>
      </p:cxnSp>
      <p:sp>
        <p:nvSpPr>
          <p:cNvPr id="157" name="Google Shape;157;p5"/>
          <p:cNvSpPr/>
          <p:nvPr/>
        </p:nvSpPr>
        <p:spPr>
          <a:xfrm flipH="1">
            <a:off x="-1346174" y="4291500"/>
            <a:ext cx="6933149" cy="852001"/>
          </a:xfrm>
          <a:custGeom>
            <a:avLst/>
            <a:gdLst/>
            <a:ahLst/>
            <a:cxnLst/>
            <a:rect l="l" t="t" r="r" b="b"/>
            <a:pathLst>
              <a:path w="782" h="755" extrusionOk="0">
                <a:moveTo>
                  <a:pt x="782" y="755"/>
                </a:moveTo>
                <a:lnTo>
                  <a:pt x="782" y="595"/>
                </a:lnTo>
                <a:lnTo>
                  <a:pt x="714" y="4"/>
                </a:lnTo>
                <a:lnTo>
                  <a:pt x="690" y="211"/>
                </a:lnTo>
                <a:lnTo>
                  <a:pt x="680" y="161"/>
                </a:lnTo>
                <a:lnTo>
                  <a:pt x="647" y="334"/>
                </a:lnTo>
                <a:lnTo>
                  <a:pt x="611" y="147"/>
                </a:lnTo>
                <a:lnTo>
                  <a:pt x="602" y="196"/>
                </a:lnTo>
                <a:lnTo>
                  <a:pt x="574" y="55"/>
                </a:lnTo>
                <a:lnTo>
                  <a:pt x="551" y="179"/>
                </a:lnTo>
                <a:lnTo>
                  <a:pt x="538" y="0"/>
                </a:lnTo>
                <a:lnTo>
                  <a:pt x="529" y="110"/>
                </a:lnTo>
                <a:lnTo>
                  <a:pt x="522" y="62"/>
                </a:lnTo>
                <a:lnTo>
                  <a:pt x="466" y="408"/>
                </a:lnTo>
                <a:lnTo>
                  <a:pt x="431" y="98"/>
                </a:lnTo>
                <a:lnTo>
                  <a:pt x="404" y="334"/>
                </a:lnTo>
                <a:lnTo>
                  <a:pt x="378" y="102"/>
                </a:lnTo>
                <a:lnTo>
                  <a:pt x="371" y="163"/>
                </a:lnTo>
                <a:lnTo>
                  <a:pt x="354" y="12"/>
                </a:lnTo>
                <a:lnTo>
                  <a:pt x="297" y="513"/>
                </a:lnTo>
                <a:lnTo>
                  <a:pt x="248" y="78"/>
                </a:lnTo>
                <a:lnTo>
                  <a:pt x="222" y="300"/>
                </a:lnTo>
                <a:lnTo>
                  <a:pt x="210" y="189"/>
                </a:lnTo>
                <a:lnTo>
                  <a:pt x="178" y="470"/>
                </a:lnTo>
                <a:lnTo>
                  <a:pt x="157" y="297"/>
                </a:lnTo>
                <a:lnTo>
                  <a:pt x="138" y="468"/>
                </a:lnTo>
                <a:lnTo>
                  <a:pt x="97" y="98"/>
                </a:lnTo>
                <a:lnTo>
                  <a:pt x="39" y="604"/>
                </a:lnTo>
                <a:lnTo>
                  <a:pt x="28" y="508"/>
                </a:lnTo>
                <a:lnTo>
                  <a:pt x="0" y="755"/>
                </a:lnTo>
                <a:lnTo>
                  <a:pt x="782" y="755"/>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8" name="Google Shape;158;p5"/>
          <p:cNvGrpSpPr/>
          <p:nvPr/>
        </p:nvGrpSpPr>
        <p:grpSpPr>
          <a:xfrm>
            <a:off x="7853245" y="4291508"/>
            <a:ext cx="832721" cy="851987"/>
            <a:chOff x="8012532" y="4124833"/>
            <a:chExt cx="832721" cy="851987"/>
          </a:xfrm>
        </p:grpSpPr>
        <p:grpSp>
          <p:nvGrpSpPr>
            <p:cNvPr id="159" name="Google Shape;159;p5"/>
            <p:cNvGrpSpPr/>
            <p:nvPr/>
          </p:nvGrpSpPr>
          <p:grpSpPr>
            <a:xfrm>
              <a:off x="8598100" y="4124833"/>
              <a:ext cx="247154" cy="851987"/>
              <a:chOff x="1539875" y="3257551"/>
              <a:chExt cx="511176" cy="1762125"/>
            </a:xfrm>
          </p:grpSpPr>
          <p:sp>
            <p:nvSpPr>
              <p:cNvPr id="160" name="Google Shape;160;p5"/>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 name="Google Shape;161;p5"/>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 name="Google Shape;162;p5"/>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 name="Google Shape;163;p5"/>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 name="Google Shape;164;p5"/>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 name="Google Shape;165;p5"/>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6" name="Google Shape;166;p5"/>
            <p:cNvGrpSpPr/>
            <p:nvPr/>
          </p:nvGrpSpPr>
          <p:grpSpPr>
            <a:xfrm>
              <a:off x="8295440" y="4314335"/>
              <a:ext cx="185813" cy="640708"/>
              <a:chOff x="1539875" y="3257551"/>
              <a:chExt cx="511176" cy="1762125"/>
            </a:xfrm>
          </p:grpSpPr>
          <p:sp>
            <p:nvSpPr>
              <p:cNvPr id="167" name="Google Shape;167;p5"/>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 name="Google Shape;168;p5"/>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 name="Google Shape;169;p5"/>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 name="Google Shape;170;p5"/>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5"/>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 name="Google Shape;172;p5"/>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3" name="Google Shape;173;p5"/>
            <p:cNvGrpSpPr/>
            <p:nvPr/>
          </p:nvGrpSpPr>
          <p:grpSpPr>
            <a:xfrm flipH="1">
              <a:off x="8012532" y="4391982"/>
              <a:ext cx="166081" cy="572690"/>
              <a:chOff x="1539875" y="3257551"/>
              <a:chExt cx="511176" cy="1762125"/>
            </a:xfrm>
          </p:grpSpPr>
          <p:sp>
            <p:nvSpPr>
              <p:cNvPr id="174" name="Google Shape;174;p5"/>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 name="Google Shape;175;p5"/>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 name="Google Shape;176;p5"/>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5"/>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5"/>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5"/>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0" name="Google Shape;180;p5"/>
          <p:cNvGrpSpPr/>
          <p:nvPr/>
        </p:nvGrpSpPr>
        <p:grpSpPr>
          <a:xfrm flipH="1">
            <a:off x="-866092" y="4547507"/>
            <a:ext cx="4356801" cy="629414"/>
            <a:chOff x="1134148" y="4193002"/>
            <a:chExt cx="4953725" cy="715650"/>
          </a:xfrm>
        </p:grpSpPr>
        <p:sp>
          <p:nvSpPr>
            <p:cNvPr id="181" name="Google Shape;181;p5"/>
            <p:cNvSpPr/>
            <p:nvPr/>
          </p:nvSpPr>
          <p:spPr>
            <a:xfrm>
              <a:off x="4192744" y="4806036"/>
              <a:ext cx="455790" cy="102616"/>
            </a:xfrm>
            <a:custGeom>
              <a:avLst/>
              <a:gdLst/>
              <a:ahLst/>
              <a:cxnLst/>
              <a:rect l="l" t="t" r="r" b="b"/>
              <a:pathLst>
                <a:path w="297" h="67" extrusionOk="0">
                  <a:moveTo>
                    <a:pt x="285" y="8"/>
                  </a:moveTo>
                  <a:cubicBezTo>
                    <a:pt x="288" y="0"/>
                    <a:pt x="288" y="0"/>
                    <a:pt x="288" y="0"/>
                  </a:cubicBezTo>
                  <a:cubicBezTo>
                    <a:pt x="19" y="0"/>
                    <a:pt x="19" y="0"/>
                    <a:pt x="19" y="0"/>
                  </a:cubicBezTo>
                  <a:cubicBezTo>
                    <a:pt x="19" y="4"/>
                    <a:pt x="19" y="4"/>
                    <a:pt x="19"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4" y="67"/>
                  </a:cubicBezTo>
                  <a:cubicBezTo>
                    <a:pt x="209" y="67"/>
                    <a:pt x="221" y="58"/>
                    <a:pt x="226" y="45"/>
                  </a:cubicBezTo>
                  <a:cubicBezTo>
                    <a:pt x="233" y="45"/>
                    <a:pt x="233" y="45"/>
                    <a:pt x="233" y="45"/>
                  </a:cubicBezTo>
                  <a:cubicBezTo>
                    <a:pt x="237" y="58"/>
                    <a:pt x="250" y="67"/>
                    <a:pt x="264" y="67"/>
                  </a:cubicBezTo>
                  <a:cubicBezTo>
                    <a:pt x="282" y="67"/>
                    <a:pt x="297" y="52"/>
                    <a:pt x="297" y="34"/>
                  </a:cubicBezTo>
                  <a:cubicBezTo>
                    <a:pt x="297"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5"/>
            <p:cNvSpPr/>
            <p:nvPr/>
          </p:nvSpPr>
          <p:spPr>
            <a:xfrm>
              <a:off x="5429509" y="4806036"/>
              <a:ext cx="457124" cy="102616"/>
            </a:xfrm>
            <a:custGeom>
              <a:avLst/>
              <a:gdLst/>
              <a:ahLst/>
              <a:cxnLst/>
              <a:rect l="l" t="t" r="r" b="b"/>
              <a:pathLst>
                <a:path w="298" h="67" extrusionOk="0">
                  <a:moveTo>
                    <a:pt x="285" y="8"/>
                  </a:moveTo>
                  <a:cubicBezTo>
                    <a:pt x="288" y="0"/>
                    <a:pt x="288" y="0"/>
                    <a:pt x="288" y="0"/>
                  </a:cubicBezTo>
                  <a:cubicBezTo>
                    <a:pt x="20" y="0"/>
                    <a:pt x="20" y="0"/>
                    <a:pt x="20" y="0"/>
                  </a:cubicBezTo>
                  <a:cubicBezTo>
                    <a:pt x="20" y="4"/>
                    <a:pt x="20" y="4"/>
                    <a:pt x="20"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5" y="67"/>
                  </a:cubicBezTo>
                  <a:cubicBezTo>
                    <a:pt x="209" y="67"/>
                    <a:pt x="221" y="58"/>
                    <a:pt x="226" y="45"/>
                  </a:cubicBezTo>
                  <a:cubicBezTo>
                    <a:pt x="233" y="45"/>
                    <a:pt x="233" y="45"/>
                    <a:pt x="233" y="45"/>
                  </a:cubicBezTo>
                  <a:cubicBezTo>
                    <a:pt x="238" y="58"/>
                    <a:pt x="250" y="67"/>
                    <a:pt x="264" y="67"/>
                  </a:cubicBezTo>
                  <a:cubicBezTo>
                    <a:pt x="283" y="67"/>
                    <a:pt x="298" y="52"/>
                    <a:pt x="298" y="34"/>
                  </a:cubicBezTo>
                  <a:cubicBezTo>
                    <a:pt x="298"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5"/>
            <p:cNvSpPr/>
            <p:nvPr/>
          </p:nvSpPr>
          <p:spPr>
            <a:xfrm>
              <a:off x="3991502" y="4251640"/>
              <a:ext cx="2096370" cy="586381"/>
            </a:xfrm>
            <a:custGeom>
              <a:avLst/>
              <a:gdLst/>
              <a:ahLst/>
              <a:cxnLst/>
              <a:rect l="l" t="t" r="r" b="b"/>
              <a:pathLst>
                <a:path w="1365" h="382" extrusionOk="0">
                  <a:moveTo>
                    <a:pt x="1343" y="0"/>
                  </a:moveTo>
                  <a:cubicBezTo>
                    <a:pt x="22" y="0"/>
                    <a:pt x="22" y="0"/>
                    <a:pt x="22" y="0"/>
                  </a:cubicBezTo>
                  <a:cubicBezTo>
                    <a:pt x="9" y="0"/>
                    <a:pt x="0" y="10"/>
                    <a:pt x="0" y="22"/>
                  </a:cubicBezTo>
                  <a:cubicBezTo>
                    <a:pt x="0" y="360"/>
                    <a:pt x="0" y="360"/>
                    <a:pt x="0" y="360"/>
                  </a:cubicBezTo>
                  <a:cubicBezTo>
                    <a:pt x="0" y="372"/>
                    <a:pt x="9" y="382"/>
                    <a:pt x="22" y="382"/>
                  </a:cubicBezTo>
                  <a:cubicBezTo>
                    <a:pt x="1343" y="382"/>
                    <a:pt x="1343" y="382"/>
                    <a:pt x="1343" y="382"/>
                  </a:cubicBezTo>
                  <a:cubicBezTo>
                    <a:pt x="1355" y="382"/>
                    <a:pt x="1365" y="372"/>
                    <a:pt x="1365" y="360"/>
                  </a:cubicBezTo>
                  <a:cubicBezTo>
                    <a:pt x="1365" y="22"/>
                    <a:pt x="1365" y="22"/>
                    <a:pt x="1365" y="22"/>
                  </a:cubicBezTo>
                  <a:cubicBezTo>
                    <a:pt x="1365" y="10"/>
                    <a:pt x="1355" y="0"/>
                    <a:pt x="13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5"/>
            <p:cNvSpPr/>
            <p:nvPr/>
          </p:nvSpPr>
          <p:spPr>
            <a:xfrm>
              <a:off x="3991502" y="4744732"/>
              <a:ext cx="2096369" cy="150593"/>
            </a:xfrm>
            <a:custGeom>
              <a:avLst/>
              <a:gdLst/>
              <a:ahLst/>
              <a:cxnLst/>
              <a:rect l="l" t="t" r="r" b="b"/>
              <a:pathLst>
                <a:path w="1573" h="113" extrusionOk="0">
                  <a:moveTo>
                    <a:pt x="1541" y="0"/>
                  </a:moveTo>
                  <a:lnTo>
                    <a:pt x="1535" y="10"/>
                  </a:lnTo>
                  <a:lnTo>
                    <a:pt x="1535" y="33"/>
                  </a:lnTo>
                  <a:lnTo>
                    <a:pt x="38" y="33"/>
                  </a:lnTo>
                  <a:lnTo>
                    <a:pt x="38" y="10"/>
                  </a:lnTo>
                  <a:lnTo>
                    <a:pt x="32" y="0"/>
                  </a:lnTo>
                  <a:lnTo>
                    <a:pt x="0" y="0"/>
                  </a:lnTo>
                  <a:lnTo>
                    <a:pt x="0" y="85"/>
                  </a:lnTo>
                  <a:lnTo>
                    <a:pt x="131" y="85"/>
                  </a:lnTo>
                  <a:lnTo>
                    <a:pt x="155" y="56"/>
                  </a:lnTo>
                  <a:lnTo>
                    <a:pt x="501" y="56"/>
                  </a:lnTo>
                  <a:lnTo>
                    <a:pt x="523" y="113"/>
                  </a:lnTo>
                  <a:lnTo>
                    <a:pt x="1050" y="113"/>
                  </a:lnTo>
                  <a:lnTo>
                    <a:pt x="1071" y="56"/>
                  </a:lnTo>
                  <a:lnTo>
                    <a:pt x="1416" y="56"/>
                  </a:lnTo>
                  <a:lnTo>
                    <a:pt x="1442" y="85"/>
                  </a:lnTo>
                  <a:lnTo>
                    <a:pt x="1573" y="85"/>
                  </a:lnTo>
                  <a:lnTo>
                    <a:pt x="1573" y="0"/>
                  </a:lnTo>
                  <a:lnTo>
                    <a:pt x="1541"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 name="Google Shape;185;p5"/>
            <p:cNvSpPr/>
            <p:nvPr/>
          </p:nvSpPr>
          <p:spPr>
            <a:xfrm>
              <a:off x="4729830" y="4820695"/>
              <a:ext cx="619800" cy="33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 name="Google Shape;186;p5"/>
            <p:cNvSpPr/>
            <p:nvPr/>
          </p:nvSpPr>
          <p:spPr>
            <a:xfrm>
              <a:off x="4107450" y="4710083"/>
              <a:ext cx="1875000" cy="348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 name="Google Shape;187;p5"/>
            <p:cNvSpPr/>
            <p:nvPr/>
          </p:nvSpPr>
          <p:spPr>
            <a:xfrm>
              <a:off x="4107450" y="4684761"/>
              <a:ext cx="1875000" cy="10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 name="Google Shape;188;p5"/>
            <p:cNvSpPr/>
            <p:nvPr/>
          </p:nvSpPr>
          <p:spPr>
            <a:xfrm>
              <a:off x="4098120" y="4226319"/>
              <a:ext cx="507600" cy="25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 name="Google Shape;189;p5"/>
            <p:cNvSpPr/>
            <p:nvPr/>
          </p:nvSpPr>
          <p:spPr>
            <a:xfrm>
              <a:off x="5460161" y="4226319"/>
              <a:ext cx="505200" cy="25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 name="Google Shape;190;p5"/>
            <p:cNvSpPr/>
            <p:nvPr/>
          </p:nvSpPr>
          <p:spPr>
            <a:xfrm>
              <a:off x="4071466" y="4335599"/>
              <a:ext cx="1935111" cy="175914"/>
            </a:xfrm>
            <a:custGeom>
              <a:avLst/>
              <a:gdLst/>
              <a:ahLst/>
              <a:cxnLst/>
              <a:rect l="l" t="t" r="r" b="b"/>
              <a:pathLst>
                <a:path w="1260" h="114" extrusionOk="0">
                  <a:moveTo>
                    <a:pt x="1240" y="0"/>
                  </a:moveTo>
                  <a:cubicBezTo>
                    <a:pt x="20" y="0"/>
                    <a:pt x="20" y="0"/>
                    <a:pt x="20" y="0"/>
                  </a:cubicBezTo>
                  <a:cubicBezTo>
                    <a:pt x="9" y="0"/>
                    <a:pt x="0" y="9"/>
                    <a:pt x="0" y="20"/>
                  </a:cubicBezTo>
                  <a:cubicBezTo>
                    <a:pt x="0" y="94"/>
                    <a:pt x="0" y="94"/>
                    <a:pt x="0" y="94"/>
                  </a:cubicBezTo>
                  <a:cubicBezTo>
                    <a:pt x="0" y="105"/>
                    <a:pt x="9" y="114"/>
                    <a:pt x="20" y="114"/>
                  </a:cubicBezTo>
                  <a:cubicBezTo>
                    <a:pt x="1240" y="114"/>
                    <a:pt x="1240" y="114"/>
                    <a:pt x="1240" y="114"/>
                  </a:cubicBezTo>
                  <a:cubicBezTo>
                    <a:pt x="1251" y="114"/>
                    <a:pt x="1260" y="105"/>
                    <a:pt x="1260" y="94"/>
                  </a:cubicBezTo>
                  <a:cubicBezTo>
                    <a:pt x="1260" y="20"/>
                    <a:pt x="1260" y="20"/>
                    <a:pt x="1260" y="20"/>
                  </a:cubicBezTo>
                  <a:cubicBezTo>
                    <a:pt x="1260" y="9"/>
                    <a:pt x="1251" y="0"/>
                    <a:pt x="124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5"/>
            <p:cNvSpPr/>
            <p:nvPr/>
          </p:nvSpPr>
          <p:spPr>
            <a:xfrm>
              <a:off x="4369995" y="4335599"/>
              <a:ext cx="54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 name="Google Shape;192;p5"/>
            <p:cNvSpPr/>
            <p:nvPr/>
          </p:nvSpPr>
          <p:spPr>
            <a:xfrm>
              <a:off x="4369995" y="4335599"/>
              <a:ext cx="5331" cy="175914"/>
            </a:xfrm>
            <a:custGeom>
              <a:avLst/>
              <a:gdLst/>
              <a:ahLst/>
              <a:cxnLst/>
              <a:rect l="l" t="t" r="r" b="b"/>
              <a:pathLst>
                <a:path w="4" h="132" extrusionOk="0">
                  <a:moveTo>
                    <a:pt x="0" y="0"/>
                  </a:moveTo>
                  <a:lnTo>
                    <a:pt x="0" y="132"/>
                  </a:lnTo>
                  <a:lnTo>
                    <a:pt x="4" y="132"/>
                  </a:lnTo>
                  <a:lnTo>
                    <a:pt x="4"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 name="Google Shape;193;p5"/>
            <p:cNvSpPr/>
            <p:nvPr/>
          </p:nvSpPr>
          <p:spPr>
            <a:xfrm>
              <a:off x="4815124"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5"/>
            <p:cNvSpPr/>
            <p:nvPr/>
          </p:nvSpPr>
          <p:spPr>
            <a:xfrm>
              <a:off x="4815124"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5"/>
            <p:cNvSpPr/>
            <p:nvPr/>
          </p:nvSpPr>
          <p:spPr>
            <a:xfrm>
              <a:off x="5260253"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5"/>
            <p:cNvSpPr/>
            <p:nvPr/>
          </p:nvSpPr>
          <p:spPr>
            <a:xfrm>
              <a:off x="5260253"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5"/>
            <p:cNvSpPr/>
            <p:nvPr/>
          </p:nvSpPr>
          <p:spPr>
            <a:xfrm>
              <a:off x="5704050"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 name="Google Shape;198;p5"/>
            <p:cNvSpPr/>
            <p:nvPr/>
          </p:nvSpPr>
          <p:spPr>
            <a:xfrm>
              <a:off x="5704050"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 name="Google Shape;199;p5"/>
            <p:cNvSpPr/>
            <p:nvPr/>
          </p:nvSpPr>
          <p:spPr>
            <a:xfrm>
              <a:off x="3964848" y="4260968"/>
              <a:ext cx="26700" cy="553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5"/>
            <p:cNvSpPr/>
            <p:nvPr/>
          </p:nvSpPr>
          <p:spPr>
            <a:xfrm>
              <a:off x="1779185" y="4806036"/>
              <a:ext cx="455790" cy="102616"/>
            </a:xfrm>
            <a:custGeom>
              <a:avLst/>
              <a:gdLst/>
              <a:ahLst/>
              <a:cxnLst/>
              <a:rect l="l" t="t" r="r" b="b"/>
              <a:pathLst>
                <a:path w="297" h="67" extrusionOk="0">
                  <a:moveTo>
                    <a:pt x="285" y="8"/>
                  </a:moveTo>
                  <a:cubicBezTo>
                    <a:pt x="288" y="0"/>
                    <a:pt x="288" y="0"/>
                    <a:pt x="288" y="0"/>
                  </a:cubicBezTo>
                  <a:cubicBezTo>
                    <a:pt x="19" y="0"/>
                    <a:pt x="19" y="0"/>
                    <a:pt x="19" y="0"/>
                  </a:cubicBezTo>
                  <a:cubicBezTo>
                    <a:pt x="19" y="4"/>
                    <a:pt x="19" y="4"/>
                    <a:pt x="19" y="4"/>
                  </a:cubicBezTo>
                  <a:cubicBezTo>
                    <a:pt x="8" y="9"/>
                    <a:pt x="0" y="20"/>
                    <a:pt x="0" y="34"/>
                  </a:cubicBezTo>
                  <a:cubicBezTo>
                    <a:pt x="0" y="52"/>
                    <a:pt x="15" y="67"/>
                    <a:pt x="33" y="67"/>
                  </a:cubicBezTo>
                  <a:cubicBezTo>
                    <a:pt x="48" y="67"/>
                    <a:pt x="60" y="58"/>
                    <a:pt x="65" y="45"/>
                  </a:cubicBezTo>
                  <a:cubicBezTo>
                    <a:pt x="72" y="45"/>
                    <a:pt x="72" y="45"/>
                    <a:pt x="72" y="45"/>
                  </a:cubicBezTo>
                  <a:cubicBezTo>
                    <a:pt x="76" y="58"/>
                    <a:pt x="88" y="67"/>
                    <a:pt x="103" y="67"/>
                  </a:cubicBezTo>
                  <a:cubicBezTo>
                    <a:pt x="117" y="67"/>
                    <a:pt x="130" y="58"/>
                    <a:pt x="134" y="45"/>
                  </a:cubicBezTo>
                  <a:cubicBezTo>
                    <a:pt x="163" y="45"/>
                    <a:pt x="163" y="45"/>
                    <a:pt x="163" y="45"/>
                  </a:cubicBezTo>
                  <a:cubicBezTo>
                    <a:pt x="168" y="58"/>
                    <a:pt x="180" y="67"/>
                    <a:pt x="194" y="67"/>
                  </a:cubicBezTo>
                  <a:cubicBezTo>
                    <a:pt x="209" y="67"/>
                    <a:pt x="221" y="58"/>
                    <a:pt x="225" y="45"/>
                  </a:cubicBezTo>
                  <a:cubicBezTo>
                    <a:pt x="232" y="45"/>
                    <a:pt x="232" y="45"/>
                    <a:pt x="232" y="45"/>
                  </a:cubicBezTo>
                  <a:cubicBezTo>
                    <a:pt x="237" y="58"/>
                    <a:pt x="249" y="67"/>
                    <a:pt x="264" y="67"/>
                  </a:cubicBezTo>
                  <a:cubicBezTo>
                    <a:pt x="282" y="67"/>
                    <a:pt x="297" y="52"/>
                    <a:pt x="297" y="34"/>
                  </a:cubicBezTo>
                  <a:cubicBezTo>
                    <a:pt x="297" y="23"/>
                    <a:pt x="292"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5"/>
            <p:cNvSpPr/>
            <p:nvPr/>
          </p:nvSpPr>
          <p:spPr>
            <a:xfrm>
              <a:off x="3350464" y="4806036"/>
              <a:ext cx="458456" cy="102616"/>
            </a:xfrm>
            <a:custGeom>
              <a:avLst/>
              <a:gdLst/>
              <a:ahLst/>
              <a:cxnLst/>
              <a:rect l="l" t="t" r="r" b="b"/>
              <a:pathLst>
                <a:path w="298" h="67" extrusionOk="0">
                  <a:moveTo>
                    <a:pt x="285" y="8"/>
                  </a:moveTo>
                  <a:cubicBezTo>
                    <a:pt x="288" y="0"/>
                    <a:pt x="288" y="0"/>
                    <a:pt x="288" y="0"/>
                  </a:cubicBezTo>
                  <a:cubicBezTo>
                    <a:pt x="20" y="0"/>
                    <a:pt x="20" y="0"/>
                    <a:pt x="20" y="0"/>
                  </a:cubicBezTo>
                  <a:cubicBezTo>
                    <a:pt x="20" y="4"/>
                    <a:pt x="20" y="4"/>
                    <a:pt x="20"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5" y="67"/>
                  </a:cubicBezTo>
                  <a:cubicBezTo>
                    <a:pt x="209" y="67"/>
                    <a:pt x="221" y="58"/>
                    <a:pt x="226" y="45"/>
                  </a:cubicBezTo>
                  <a:cubicBezTo>
                    <a:pt x="233" y="45"/>
                    <a:pt x="233" y="45"/>
                    <a:pt x="233" y="45"/>
                  </a:cubicBezTo>
                  <a:cubicBezTo>
                    <a:pt x="238" y="58"/>
                    <a:pt x="250" y="67"/>
                    <a:pt x="264" y="67"/>
                  </a:cubicBezTo>
                  <a:cubicBezTo>
                    <a:pt x="283" y="67"/>
                    <a:pt x="298" y="52"/>
                    <a:pt x="298" y="34"/>
                  </a:cubicBezTo>
                  <a:cubicBezTo>
                    <a:pt x="298"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 name="Google Shape;202;p5"/>
            <p:cNvSpPr/>
            <p:nvPr/>
          </p:nvSpPr>
          <p:spPr>
            <a:xfrm>
              <a:off x="1330059" y="4251640"/>
              <a:ext cx="2634789" cy="569056"/>
            </a:xfrm>
            <a:custGeom>
              <a:avLst/>
              <a:gdLst/>
              <a:ahLst/>
              <a:cxnLst/>
              <a:rect l="l" t="t" r="r" b="b"/>
              <a:pathLst>
                <a:path w="1715" h="371" extrusionOk="0">
                  <a:moveTo>
                    <a:pt x="451" y="0"/>
                  </a:moveTo>
                  <a:cubicBezTo>
                    <a:pt x="369" y="108"/>
                    <a:pt x="369" y="108"/>
                    <a:pt x="369" y="108"/>
                  </a:cubicBezTo>
                  <a:cubicBezTo>
                    <a:pt x="291" y="108"/>
                    <a:pt x="291" y="108"/>
                    <a:pt x="291" y="108"/>
                  </a:cubicBezTo>
                  <a:cubicBezTo>
                    <a:pt x="217" y="108"/>
                    <a:pt x="148" y="145"/>
                    <a:pt x="107" y="207"/>
                  </a:cubicBezTo>
                  <a:cubicBezTo>
                    <a:pt x="0" y="371"/>
                    <a:pt x="0" y="371"/>
                    <a:pt x="0" y="371"/>
                  </a:cubicBezTo>
                  <a:cubicBezTo>
                    <a:pt x="1715" y="371"/>
                    <a:pt x="1715" y="371"/>
                    <a:pt x="1715" y="371"/>
                  </a:cubicBezTo>
                  <a:cubicBezTo>
                    <a:pt x="1715" y="0"/>
                    <a:pt x="1715" y="0"/>
                    <a:pt x="1715" y="0"/>
                  </a:cubicBezTo>
                  <a:lnTo>
                    <a:pt x="451"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 name="Google Shape;203;p5"/>
            <p:cNvSpPr/>
            <p:nvPr/>
          </p:nvSpPr>
          <p:spPr>
            <a:xfrm>
              <a:off x="1476658" y="4447544"/>
              <a:ext cx="158594" cy="118608"/>
            </a:xfrm>
            <a:custGeom>
              <a:avLst/>
              <a:gdLst/>
              <a:ahLst/>
              <a:cxnLst/>
              <a:rect l="l" t="t" r="r" b="b"/>
              <a:pathLst>
                <a:path w="119" h="89" extrusionOk="0">
                  <a:moveTo>
                    <a:pt x="119" y="0"/>
                  </a:moveTo>
                  <a:lnTo>
                    <a:pt x="69" y="0"/>
                  </a:lnTo>
                  <a:lnTo>
                    <a:pt x="0" y="89"/>
                  </a:lnTo>
                  <a:lnTo>
                    <a:pt x="14" y="89"/>
                  </a:lnTo>
                  <a:lnTo>
                    <a:pt x="119"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 name="Google Shape;204;p5"/>
            <p:cNvSpPr/>
            <p:nvPr/>
          </p:nvSpPr>
          <p:spPr>
            <a:xfrm>
              <a:off x="1899130" y="4744732"/>
              <a:ext cx="2065716" cy="150593"/>
            </a:xfrm>
            <a:custGeom>
              <a:avLst/>
              <a:gdLst/>
              <a:ahLst/>
              <a:cxnLst/>
              <a:rect l="l" t="t" r="r" b="b"/>
              <a:pathLst>
                <a:path w="1550" h="113" extrusionOk="0">
                  <a:moveTo>
                    <a:pt x="1423" y="0"/>
                  </a:moveTo>
                  <a:lnTo>
                    <a:pt x="1347" y="29"/>
                  </a:lnTo>
                  <a:lnTo>
                    <a:pt x="0" y="29"/>
                  </a:lnTo>
                  <a:lnTo>
                    <a:pt x="0" y="57"/>
                  </a:lnTo>
                  <a:lnTo>
                    <a:pt x="205" y="57"/>
                  </a:lnTo>
                  <a:lnTo>
                    <a:pt x="245" y="113"/>
                  </a:lnTo>
                  <a:lnTo>
                    <a:pt x="1056" y="113"/>
                  </a:lnTo>
                  <a:lnTo>
                    <a:pt x="1105" y="57"/>
                  </a:lnTo>
                  <a:lnTo>
                    <a:pt x="1413" y="57"/>
                  </a:lnTo>
                  <a:lnTo>
                    <a:pt x="1441" y="75"/>
                  </a:lnTo>
                  <a:lnTo>
                    <a:pt x="1550" y="75"/>
                  </a:lnTo>
                  <a:lnTo>
                    <a:pt x="1550" y="0"/>
                  </a:lnTo>
                  <a:lnTo>
                    <a:pt x="142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 name="Google Shape;205;p5"/>
            <p:cNvSpPr/>
            <p:nvPr/>
          </p:nvSpPr>
          <p:spPr>
            <a:xfrm>
              <a:off x="1134148" y="4706084"/>
              <a:ext cx="683686" cy="189241"/>
            </a:xfrm>
            <a:custGeom>
              <a:avLst/>
              <a:gdLst/>
              <a:ahLst/>
              <a:cxnLst/>
              <a:rect l="l" t="t" r="r" b="b"/>
              <a:pathLst>
                <a:path w="445" h="123" extrusionOk="0">
                  <a:moveTo>
                    <a:pt x="318" y="3"/>
                  </a:moveTo>
                  <a:cubicBezTo>
                    <a:pt x="318" y="2"/>
                    <a:pt x="317" y="0"/>
                    <a:pt x="315" y="0"/>
                  </a:cubicBezTo>
                  <a:cubicBezTo>
                    <a:pt x="126" y="0"/>
                    <a:pt x="126" y="0"/>
                    <a:pt x="126" y="0"/>
                  </a:cubicBezTo>
                  <a:cubicBezTo>
                    <a:pt x="124" y="0"/>
                    <a:pt x="123" y="2"/>
                    <a:pt x="123" y="3"/>
                  </a:cubicBezTo>
                  <a:cubicBezTo>
                    <a:pt x="123" y="50"/>
                    <a:pt x="123" y="50"/>
                    <a:pt x="123" y="50"/>
                  </a:cubicBezTo>
                  <a:cubicBezTo>
                    <a:pt x="115" y="50"/>
                    <a:pt x="115" y="50"/>
                    <a:pt x="115" y="50"/>
                  </a:cubicBezTo>
                  <a:cubicBezTo>
                    <a:pt x="109" y="72"/>
                    <a:pt x="109" y="72"/>
                    <a:pt x="109" y="72"/>
                  </a:cubicBezTo>
                  <a:cubicBezTo>
                    <a:pt x="98" y="72"/>
                    <a:pt x="98" y="72"/>
                    <a:pt x="98" y="72"/>
                  </a:cubicBezTo>
                  <a:cubicBezTo>
                    <a:pt x="98" y="72"/>
                    <a:pt x="56" y="123"/>
                    <a:pt x="0" y="123"/>
                  </a:cubicBezTo>
                  <a:cubicBezTo>
                    <a:pt x="428" y="123"/>
                    <a:pt x="428" y="123"/>
                    <a:pt x="428" y="123"/>
                  </a:cubicBezTo>
                  <a:cubicBezTo>
                    <a:pt x="428" y="107"/>
                    <a:pt x="428" y="107"/>
                    <a:pt x="428" y="107"/>
                  </a:cubicBezTo>
                  <a:cubicBezTo>
                    <a:pt x="428" y="107"/>
                    <a:pt x="429" y="89"/>
                    <a:pt x="445" y="89"/>
                  </a:cubicBezTo>
                  <a:cubicBezTo>
                    <a:pt x="445" y="50"/>
                    <a:pt x="445" y="50"/>
                    <a:pt x="445" y="50"/>
                  </a:cubicBezTo>
                  <a:cubicBezTo>
                    <a:pt x="318" y="50"/>
                    <a:pt x="318" y="50"/>
                    <a:pt x="318" y="50"/>
                  </a:cubicBezTo>
                  <a:lnTo>
                    <a:pt x="318" y="3"/>
                  </a:lnTo>
                  <a:close/>
                  <a:moveTo>
                    <a:pt x="312" y="6"/>
                  </a:moveTo>
                  <a:cubicBezTo>
                    <a:pt x="312" y="50"/>
                    <a:pt x="312" y="50"/>
                    <a:pt x="312" y="50"/>
                  </a:cubicBezTo>
                  <a:cubicBezTo>
                    <a:pt x="269" y="50"/>
                    <a:pt x="269" y="50"/>
                    <a:pt x="269" y="50"/>
                  </a:cubicBezTo>
                  <a:cubicBezTo>
                    <a:pt x="269" y="6"/>
                    <a:pt x="269" y="6"/>
                    <a:pt x="269" y="6"/>
                  </a:cubicBezTo>
                  <a:lnTo>
                    <a:pt x="312" y="6"/>
                  </a:lnTo>
                  <a:close/>
                  <a:moveTo>
                    <a:pt x="263" y="6"/>
                  </a:moveTo>
                  <a:cubicBezTo>
                    <a:pt x="263" y="50"/>
                    <a:pt x="263" y="50"/>
                    <a:pt x="263" y="50"/>
                  </a:cubicBezTo>
                  <a:cubicBezTo>
                    <a:pt x="224" y="50"/>
                    <a:pt x="224" y="50"/>
                    <a:pt x="224" y="50"/>
                  </a:cubicBezTo>
                  <a:cubicBezTo>
                    <a:pt x="224" y="6"/>
                    <a:pt x="224" y="6"/>
                    <a:pt x="224" y="6"/>
                  </a:cubicBezTo>
                  <a:lnTo>
                    <a:pt x="263" y="6"/>
                  </a:lnTo>
                  <a:close/>
                  <a:moveTo>
                    <a:pt x="218" y="6"/>
                  </a:moveTo>
                  <a:cubicBezTo>
                    <a:pt x="218" y="50"/>
                    <a:pt x="218" y="50"/>
                    <a:pt x="218" y="50"/>
                  </a:cubicBezTo>
                  <a:cubicBezTo>
                    <a:pt x="178" y="50"/>
                    <a:pt x="178" y="50"/>
                    <a:pt x="178" y="50"/>
                  </a:cubicBezTo>
                  <a:cubicBezTo>
                    <a:pt x="178" y="6"/>
                    <a:pt x="178" y="6"/>
                    <a:pt x="178" y="6"/>
                  </a:cubicBezTo>
                  <a:lnTo>
                    <a:pt x="218" y="6"/>
                  </a:lnTo>
                  <a:close/>
                  <a:moveTo>
                    <a:pt x="129" y="6"/>
                  </a:moveTo>
                  <a:cubicBezTo>
                    <a:pt x="172" y="6"/>
                    <a:pt x="172" y="6"/>
                    <a:pt x="172" y="6"/>
                  </a:cubicBezTo>
                  <a:cubicBezTo>
                    <a:pt x="172" y="50"/>
                    <a:pt x="172" y="50"/>
                    <a:pt x="172" y="50"/>
                  </a:cubicBezTo>
                  <a:cubicBezTo>
                    <a:pt x="129" y="50"/>
                    <a:pt x="129" y="50"/>
                    <a:pt x="129" y="50"/>
                  </a:cubicBezTo>
                  <a:lnTo>
                    <a:pt x="129" y="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 name="Google Shape;206;p5"/>
            <p:cNvSpPr/>
            <p:nvPr/>
          </p:nvSpPr>
          <p:spPr>
            <a:xfrm>
              <a:off x="2261630" y="4827359"/>
              <a:ext cx="994200" cy="306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 name="Google Shape;207;p5"/>
            <p:cNvSpPr/>
            <p:nvPr/>
          </p:nvSpPr>
          <p:spPr>
            <a:xfrm>
              <a:off x="1430012" y="4840686"/>
              <a:ext cx="309300" cy="174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 name="Google Shape;208;p5"/>
            <p:cNvSpPr/>
            <p:nvPr/>
          </p:nvSpPr>
          <p:spPr>
            <a:xfrm>
              <a:off x="3823579" y="4779382"/>
              <a:ext cx="108000" cy="174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 name="Google Shape;209;p5"/>
            <p:cNvSpPr/>
            <p:nvPr/>
          </p:nvSpPr>
          <p:spPr>
            <a:xfrm>
              <a:off x="2184332" y="4214325"/>
              <a:ext cx="1732536" cy="37315"/>
            </a:xfrm>
            <a:custGeom>
              <a:avLst/>
              <a:gdLst/>
              <a:ahLst/>
              <a:cxnLst/>
              <a:rect l="l" t="t" r="r" b="b"/>
              <a:pathLst>
                <a:path w="1300" h="28" extrusionOk="0">
                  <a:moveTo>
                    <a:pt x="0" y="28"/>
                  </a:moveTo>
                  <a:lnTo>
                    <a:pt x="28" y="0"/>
                  </a:lnTo>
                  <a:lnTo>
                    <a:pt x="1285" y="0"/>
                  </a:lnTo>
                  <a:lnTo>
                    <a:pt x="1300" y="28"/>
                  </a:lnTo>
                  <a:lnTo>
                    <a:pt x="0" y="2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 name="Google Shape;210;p5"/>
            <p:cNvSpPr/>
            <p:nvPr/>
          </p:nvSpPr>
          <p:spPr>
            <a:xfrm>
              <a:off x="2314939" y="4193002"/>
              <a:ext cx="2865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 name="Google Shape;211;p5"/>
            <p:cNvSpPr/>
            <p:nvPr/>
          </p:nvSpPr>
          <p:spPr>
            <a:xfrm>
              <a:off x="3479737" y="4193002"/>
              <a:ext cx="2865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 name="Google Shape;212;p5"/>
            <p:cNvSpPr/>
            <p:nvPr/>
          </p:nvSpPr>
          <p:spPr>
            <a:xfrm>
              <a:off x="3170546" y="4193002"/>
              <a:ext cx="2880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 name="Google Shape;213;p5"/>
            <p:cNvSpPr/>
            <p:nvPr/>
          </p:nvSpPr>
          <p:spPr>
            <a:xfrm>
              <a:off x="1911125" y="4300949"/>
              <a:ext cx="273208" cy="95953"/>
            </a:xfrm>
            <a:custGeom>
              <a:avLst/>
              <a:gdLst/>
              <a:ahLst/>
              <a:cxnLst/>
              <a:rect l="l" t="t" r="r" b="b"/>
              <a:pathLst>
                <a:path w="205" h="72" extrusionOk="0">
                  <a:moveTo>
                    <a:pt x="0" y="72"/>
                  </a:moveTo>
                  <a:lnTo>
                    <a:pt x="146" y="72"/>
                  </a:lnTo>
                  <a:lnTo>
                    <a:pt x="205" y="0"/>
                  </a:lnTo>
                  <a:lnTo>
                    <a:pt x="58" y="0"/>
                  </a:lnTo>
                  <a:lnTo>
                    <a:pt x="0" y="7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 name="Google Shape;214;p5"/>
            <p:cNvSpPr/>
            <p:nvPr/>
          </p:nvSpPr>
          <p:spPr>
            <a:xfrm>
              <a:off x="2837366" y="4340929"/>
              <a:ext cx="294532" cy="135934"/>
            </a:xfrm>
            <a:custGeom>
              <a:avLst/>
              <a:gdLst/>
              <a:ahLst/>
              <a:cxnLst/>
              <a:rect l="l" t="t" r="r" b="b"/>
              <a:pathLst>
                <a:path w="192" h="89" extrusionOk="0">
                  <a:moveTo>
                    <a:pt x="171" y="0"/>
                  </a:moveTo>
                  <a:cubicBezTo>
                    <a:pt x="21" y="0"/>
                    <a:pt x="21" y="0"/>
                    <a:pt x="21" y="0"/>
                  </a:cubicBezTo>
                  <a:cubicBezTo>
                    <a:pt x="9" y="0"/>
                    <a:pt x="0" y="10"/>
                    <a:pt x="0" y="22"/>
                  </a:cubicBezTo>
                  <a:cubicBezTo>
                    <a:pt x="0" y="68"/>
                    <a:pt x="0" y="68"/>
                    <a:pt x="0" y="68"/>
                  </a:cubicBezTo>
                  <a:cubicBezTo>
                    <a:pt x="0" y="79"/>
                    <a:pt x="9" y="89"/>
                    <a:pt x="21" y="89"/>
                  </a:cubicBezTo>
                  <a:cubicBezTo>
                    <a:pt x="171" y="89"/>
                    <a:pt x="171" y="89"/>
                    <a:pt x="171" y="89"/>
                  </a:cubicBezTo>
                  <a:cubicBezTo>
                    <a:pt x="183" y="89"/>
                    <a:pt x="192" y="79"/>
                    <a:pt x="192" y="68"/>
                  </a:cubicBezTo>
                  <a:cubicBezTo>
                    <a:pt x="192" y="22"/>
                    <a:pt x="192" y="22"/>
                    <a:pt x="192" y="22"/>
                  </a:cubicBezTo>
                  <a:cubicBezTo>
                    <a:pt x="192" y="10"/>
                    <a:pt x="183" y="0"/>
                    <a:pt x="17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 name="Google Shape;215;p5"/>
            <p:cNvSpPr/>
            <p:nvPr/>
          </p:nvSpPr>
          <p:spPr>
            <a:xfrm>
              <a:off x="3166548" y="4340929"/>
              <a:ext cx="295864" cy="135934"/>
            </a:xfrm>
            <a:custGeom>
              <a:avLst/>
              <a:gdLst/>
              <a:ahLst/>
              <a:cxnLst/>
              <a:rect l="l" t="t" r="r" b="b"/>
              <a:pathLst>
                <a:path w="193" h="89" extrusionOk="0">
                  <a:moveTo>
                    <a:pt x="172" y="0"/>
                  </a:moveTo>
                  <a:cubicBezTo>
                    <a:pt x="22" y="0"/>
                    <a:pt x="22" y="0"/>
                    <a:pt x="22" y="0"/>
                  </a:cubicBezTo>
                  <a:cubicBezTo>
                    <a:pt x="10" y="0"/>
                    <a:pt x="0" y="10"/>
                    <a:pt x="0" y="22"/>
                  </a:cubicBezTo>
                  <a:cubicBezTo>
                    <a:pt x="0" y="68"/>
                    <a:pt x="0" y="68"/>
                    <a:pt x="0" y="68"/>
                  </a:cubicBezTo>
                  <a:cubicBezTo>
                    <a:pt x="0" y="79"/>
                    <a:pt x="10" y="89"/>
                    <a:pt x="22" y="89"/>
                  </a:cubicBezTo>
                  <a:cubicBezTo>
                    <a:pt x="172" y="89"/>
                    <a:pt x="172" y="89"/>
                    <a:pt x="172" y="89"/>
                  </a:cubicBezTo>
                  <a:cubicBezTo>
                    <a:pt x="183" y="89"/>
                    <a:pt x="193" y="79"/>
                    <a:pt x="193" y="68"/>
                  </a:cubicBezTo>
                  <a:cubicBezTo>
                    <a:pt x="193" y="22"/>
                    <a:pt x="193" y="22"/>
                    <a:pt x="193" y="22"/>
                  </a:cubicBezTo>
                  <a:cubicBezTo>
                    <a:pt x="193" y="10"/>
                    <a:pt x="183" y="0"/>
                    <a:pt x="17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 name="Google Shape;216;p5"/>
            <p:cNvSpPr/>
            <p:nvPr/>
          </p:nvSpPr>
          <p:spPr>
            <a:xfrm>
              <a:off x="3868892" y="4348925"/>
              <a:ext cx="58800" cy="600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 name="Google Shape;217;p5"/>
            <p:cNvSpPr/>
            <p:nvPr/>
          </p:nvSpPr>
          <p:spPr>
            <a:xfrm>
              <a:off x="1983092" y="4214325"/>
              <a:ext cx="1987089" cy="573054"/>
            </a:xfrm>
            <a:custGeom>
              <a:avLst/>
              <a:gdLst/>
              <a:ahLst/>
              <a:cxnLst/>
              <a:rect l="l" t="t" r="r" b="b"/>
              <a:pathLst>
                <a:path w="1293" h="373" extrusionOk="0">
                  <a:moveTo>
                    <a:pt x="1290" y="53"/>
                  </a:moveTo>
                  <a:cubicBezTo>
                    <a:pt x="1075" y="53"/>
                    <a:pt x="1075" y="53"/>
                    <a:pt x="1075" y="53"/>
                  </a:cubicBezTo>
                  <a:cubicBezTo>
                    <a:pt x="1075" y="0"/>
                    <a:pt x="1075" y="0"/>
                    <a:pt x="1075" y="0"/>
                  </a:cubicBezTo>
                  <a:cubicBezTo>
                    <a:pt x="1072" y="0"/>
                    <a:pt x="1072" y="0"/>
                    <a:pt x="1072" y="0"/>
                  </a:cubicBezTo>
                  <a:cubicBezTo>
                    <a:pt x="1072" y="26"/>
                    <a:pt x="1072" y="26"/>
                    <a:pt x="1072" y="26"/>
                  </a:cubicBezTo>
                  <a:cubicBezTo>
                    <a:pt x="1030" y="26"/>
                    <a:pt x="1030" y="26"/>
                    <a:pt x="1030" y="26"/>
                  </a:cubicBezTo>
                  <a:cubicBezTo>
                    <a:pt x="1030" y="0"/>
                    <a:pt x="1030" y="0"/>
                    <a:pt x="1030" y="0"/>
                  </a:cubicBezTo>
                  <a:cubicBezTo>
                    <a:pt x="1027" y="0"/>
                    <a:pt x="1027" y="0"/>
                    <a:pt x="1027" y="0"/>
                  </a:cubicBezTo>
                  <a:cubicBezTo>
                    <a:pt x="1027" y="53"/>
                    <a:pt x="1027" y="53"/>
                    <a:pt x="1027" y="53"/>
                  </a:cubicBezTo>
                  <a:cubicBezTo>
                    <a:pt x="3" y="53"/>
                    <a:pt x="3" y="53"/>
                    <a:pt x="3" y="53"/>
                  </a:cubicBezTo>
                  <a:cubicBezTo>
                    <a:pt x="2" y="53"/>
                    <a:pt x="0" y="54"/>
                    <a:pt x="0" y="56"/>
                  </a:cubicBezTo>
                  <a:cubicBezTo>
                    <a:pt x="0" y="57"/>
                    <a:pt x="2" y="59"/>
                    <a:pt x="3" y="59"/>
                  </a:cubicBezTo>
                  <a:cubicBezTo>
                    <a:pt x="505" y="59"/>
                    <a:pt x="505" y="59"/>
                    <a:pt x="505" y="59"/>
                  </a:cubicBezTo>
                  <a:cubicBezTo>
                    <a:pt x="505" y="370"/>
                    <a:pt x="505" y="370"/>
                    <a:pt x="505" y="370"/>
                  </a:cubicBezTo>
                  <a:cubicBezTo>
                    <a:pt x="505" y="372"/>
                    <a:pt x="507" y="373"/>
                    <a:pt x="508" y="373"/>
                  </a:cubicBezTo>
                  <a:cubicBezTo>
                    <a:pt x="510" y="373"/>
                    <a:pt x="512" y="372"/>
                    <a:pt x="512" y="370"/>
                  </a:cubicBezTo>
                  <a:cubicBezTo>
                    <a:pt x="512" y="59"/>
                    <a:pt x="512" y="59"/>
                    <a:pt x="512" y="59"/>
                  </a:cubicBezTo>
                  <a:cubicBezTo>
                    <a:pt x="522" y="59"/>
                    <a:pt x="522" y="59"/>
                    <a:pt x="522" y="59"/>
                  </a:cubicBezTo>
                  <a:cubicBezTo>
                    <a:pt x="522" y="370"/>
                    <a:pt x="522" y="370"/>
                    <a:pt x="522" y="370"/>
                  </a:cubicBezTo>
                  <a:cubicBezTo>
                    <a:pt x="522" y="372"/>
                    <a:pt x="524" y="373"/>
                    <a:pt x="526" y="373"/>
                  </a:cubicBezTo>
                  <a:cubicBezTo>
                    <a:pt x="527" y="373"/>
                    <a:pt x="529" y="372"/>
                    <a:pt x="529" y="370"/>
                  </a:cubicBezTo>
                  <a:cubicBezTo>
                    <a:pt x="529" y="59"/>
                    <a:pt x="529" y="59"/>
                    <a:pt x="529" y="59"/>
                  </a:cubicBezTo>
                  <a:cubicBezTo>
                    <a:pt x="1027" y="59"/>
                    <a:pt x="1027" y="59"/>
                    <a:pt x="1027" y="59"/>
                  </a:cubicBezTo>
                  <a:cubicBezTo>
                    <a:pt x="1027" y="360"/>
                    <a:pt x="1027" y="360"/>
                    <a:pt x="1027" y="360"/>
                  </a:cubicBezTo>
                  <a:cubicBezTo>
                    <a:pt x="1030" y="360"/>
                    <a:pt x="1030" y="360"/>
                    <a:pt x="1030" y="360"/>
                  </a:cubicBezTo>
                  <a:cubicBezTo>
                    <a:pt x="1030" y="324"/>
                    <a:pt x="1030" y="324"/>
                    <a:pt x="1030" y="324"/>
                  </a:cubicBezTo>
                  <a:cubicBezTo>
                    <a:pt x="1072" y="324"/>
                    <a:pt x="1072" y="324"/>
                    <a:pt x="1072" y="324"/>
                  </a:cubicBezTo>
                  <a:cubicBezTo>
                    <a:pt x="1072" y="360"/>
                    <a:pt x="1072" y="360"/>
                    <a:pt x="1072" y="360"/>
                  </a:cubicBezTo>
                  <a:cubicBezTo>
                    <a:pt x="1075" y="360"/>
                    <a:pt x="1075" y="360"/>
                    <a:pt x="1075" y="360"/>
                  </a:cubicBezTo>
                  <a:cubicBezTo>
                    <a:pt x="1075" y="59"/>
                    <a:pt x="1075" y="59"/>
                    <a:pt x="1075" y="59"/>
                  </a:cubicBezTo>
                  <a:cubicBezTo>
                    <a:pt x="1290" y="59"/>
                    <a:pt x="1290" y="59"/>
                    <a:pt x="1290" y="59"/>
                  </a:cubicBezTo>
                  <a:cubicBezTo>
                    <a:pt x="1292" y="59"/>
                    <a:pt x="1293" y="57"/>
                    <a:pt x="1293" y="56"/>
                  </a:cubicBezTo>
                  <a:cubicBezTo>
                    <a:pt x="1293" y="54"/>
                    <a:pt x="1292" y="53"/>
                    <a:pt x="1290" y="53"/>
                  </a:cubicBezTo>
                  <a:close/>
                  <a:moveTo>
                    <a:pt x="1030" y="29"/>
                  </a:moveTo>
                  <a:cubicBezTo>
                    <a:pt x="1072" y="29"/>
                    <a:pt x="1072" y="29"/>
                    <a:pt x="1072" y="29"/>
                  </a:cubicBezTo>
                  <a:cubicBezTo>
                    <a:pt x="1072" y="53"/>
                    <a:pt x="1072" y="53"/>
                    <a:pt x="1072" y="53"/>
                  </a:cubicBezTo>
                  <a:cubicBezTo>
                    <a:pt x="1030" y="53"/>
                    <a:pt x="1030" y="53"/>
                    <a:pt x="1030" y="53"/>
                  </a:cubicBezTo>
                  <a:lnTo>
                    <a:pt x="1030" y="29"/>
                  </a:lnTo>
                  <a:close/>
                  <a:moveTo>
                    <a:pt x="1072" y="321"/>
                  </a:moveTo>
                  <a:cubicBezTo>
                    <a:pt x="1030" y="321"/>
                    <a:pt x="1030" y="321"/>
                    <a:pt x="1030" y="321"/>
                  </a:cubicBezTo>
                  <a:cubicBezTo>
                    <a:pt x="1030" y="297"/>
                    <a:pt x="1030" y="297"/>
                    <a:pt x="1030" y="297"/>
                  </a:cubicBezTo>
                  <a:cubicBezTo>
                    <a:pt x="1072" y="297"/>
                    <a:pt x="1072" y="297"/>
                    <a:pt x="1072" y="297"/>
                  </a:cubicBezTo>
                  <a:lnTo>
                    <a:pt x="1072" y="321"/>
                  </a:lnTo>
                  <a:close/>
                  <a:moveTo>
                    <a:pt x="1072" y="294"/>
                  </a:moveTo>
                  <a:cubicBezTo>
                    <a:pt x="1030" y="294"/>
                    <a:pt x="1030" y="294"/>
                    <a:pt x="1030" y="294"/>
                  </a:cubicBezTo>
                  <a:cubicBezTo>
                    <a:pt x="1030" y="271"/>
                    <a:pt x="1030" y="271"/>
                    <a:pt x="1030" y="271"/>
                  </a:cubicBezTo>
                  <a:cubicBezTo>
                    <a:pt x="1072" y="271"/>
                    <a:pt x="1072" y="271"/>
                    <a:pt x="1072" y="271"/>
                  </a:cubicBezTo>
                  <a:lnTo>
                    <a:pt x="1072" y="294"/>
                  </a:lnTo>
                  <a:close/>
                  <a:moveTo>
                    <a:pt x="1072" y="268"/>
                  </a:moveTo>
                  <a:cubicBezTo>
                    <a:pt x="1030" y="268"/>
                    <a:pt x="1030" y="268"/>
                    <a:pt x="1030" y="268"/>
                  </a:cubicBezTo>
                  <a:cubicBezTo>
                    <a:pt x="1030" y="244"/>
                    <a:pt x="1030" y="244"/>
                    <a:pt x="1030" y="244"/>
                  </a:cubicBezTo>
                  <a:cubicBezTo>
                    <a:pt x="1072" y="244"/>
                    <a:pt x="1072" y="244"/>
                    <a:pt x="1072" y="244"/>
                  </a:cubicBezTo>
                  <a:lnTo>
                    <a:pt x="1072" y="268"/>
                  </a:lnTo>
                  <a:close/>
                  <a:moveTo>
                    <a:pt x="1072" y="241"/>
                  </a:moveTo>
                  <a:cubicBezTo>
                    <a:pt x="1030" y="241"/>
                    <a:pt x="1030" y="241"/>
                    <a:pt x="1030" y="241"/>
                  </a:cubicBezTo>
                  <a:cubicBezTo>
                    <a:pt x="1030" y="218"/>
                    <a:pt x="1030" y="218"/>
                    <a:pt x="1030" y="218"/>
                  </a:cubicBezTo>
                  <a:cubicBezTo>
                    <a:pt x="1072" y="218"/>
                    <a:pt x="1072" y="218"/>
                    <a:pt x="1072" y="218"/>
                  </a:cubicBezTo>
                  <a:lnTo>
                    <a:pt x="1072" y="241"/>
                  </a:lnTo>
                  <a:close/>
                  <a:moveTo>
                    <a:pt x="1072" y="215"/>
                  </a:moveTo>
                  <a:cubicBezTo>
                    <a:pt x="1030" y="215"/>
                    <a:pt x="1030" y="215"/>
                    <a:pt x="1030" y="215"/>
                  </a:cubicBezTo>
                  <a:cubicBezTo>
                    <a:pt x="1030" y="191"/>
                    <a:pt x="1030" y="191"/>
                    <a:pt x="1030" y="191"/>
                  </a:cubicBezTo>
                  <a:cubicBezTo>
                    <a:pt x="1072" y="191"/>
                    <a:pt x="1072" y="191"/>
                    <a:pt x="1072" y="191"/>
                  </a:cubicBezTo>
                  <a:lnTo>
                    <a:pt x="1072" y="215"/>
                  </a:lnTo>
                  <a:close/>
                  <a:moveTo>
                    <a:pt x="1072" y="188"/>
                  </a:moveTo>
                  <a:cubicBezTo>
                    <a:pt x="1030" y="188"/>
                    <a:pt x="1030" y="188"/>
                    <a:pt x="1030" y="188"/>
                  </a:cubicBezTo>
                  <a:cubicBezTo>
                    <a:pt x="1030" y="165"/>
                    <a:pt x="1030" y="165"/>
                    <a:pt x="1030" y="165"/>
                  </a:cubicBezTo>
                  <a:cubicBezTo>
                    <a:pt x="1072" y="165"/>
                    <a:pt x="1072" y="165"/>
                    <a:pt x="1072" y="165"/>
                  </a:cubicBezTo>
                  <a:lnTo>
                    <a:pt x="1072" y="188"/>
                  </a:lnTo>
                  <a:close/>
                  <a:moveTo>
                    <a:pt x="1072" y="162"/>
                  </a:moveTo>
                  <a:cubicBezTo>
                    <a:pt x="1030" y="162"/>
                    <a:pt x="1030" y="162"/>
                    <a:pt x="1030" y="162"/>
                  </a:cubicBezTo>
                  <a:cubicBezTo>
                    <a:pt x="1030" y="138"/>
                    <a:pt x="1030" y="138"/>
                    <a:pt x="1030" y="138"/>
                  </a:cubicBezTo>
                  <a:cubicBezTo>
                    <a:pt x="1072" y="138"/>
                    <a:pt x="1072" y="138"/>
                    <a:pt x="1072" y="138"/>
                  </a:cubicBezTo>
                  <a:lnTo>
                    <a:pt x="1072" y="162"/>
                  </a:lnTo>
                  <a:close/>
                  <a:moveTo>
                    <a:pt x="1072" y="135"/>
                  </a:moveTo>
                  <a:cubicBezTo>
                    <a:pt x="1030" y="135"/>
                    <a:pt x="1030" y="135"/>
                    <a:pt x="1030" y="135"/>
                  </a:cubicBezTo>
                  <a:cubicBezTo>
                    <a:pt x="1030" y="109"/>
                    <a:pt x="1030" y="109"/>
                    <a:pt x="1030" y="109"/>
                  </a:cubicBezTo>
                  <a:cubicBezTo>
                    <a:pt x="1072" y="109"/>
                    <a:pt x="1072" y="109"/>
                    <a:pt x="1072" y="109"/>
                  </a:cubicBezTo>
                  <a:lnTo>
                    <a:pt x="1072" y="135"/>
                  </a:lnTo>
                  <a:close/>
                  <a:moveTo>
                    <a:pt x="1072" y="106"/>
                  </a:moveTo>
                  <a:cubicBezTo>
                    <a:pt x="1030" y="106"/>
                    <a:pt x="1030" y="106"/>
                    <a:pt x="1030" y="106"/>
                  </a:cubicBezTo>
                  <a:cubicBezTo>
                    <a:pt x="1030" y="82"/>
                    <a:pt x="1030" y="82"/>
                    <a:pt x="1030" y="82"/>
                  </a:cubicBezTo>
                  <a:cubicBezTo>
                    <a:pt x="1072" y="82"/>
                    <a:pt x="1072" y="82"/>
                    <a:pt x="1072" y="82"/>
                  </a:cubicBezTo>
                  <a:lnTo>
                    <a:pt x="1072" y="106"/>
                  </a:lnTo>
                  <a:close/>
                  <a:moveTo>
                    <a:pt x="1072" y="78"/>
                  </a:moveTo>
                  <a:cubicBezTo>
                    <a:pt x="1030" y="78"/>
                    <a:pt x="1030" y="78"/>
                    <a:pt x="1030" y="78"/>
                  </a:cubicBezTo>
                  <a:cubicBezTo>
                    <a:pt x="1030" y="59"/>
                    <a:pt x="1030" y="59"/>
                    <a:pt x="1030" y="59"/>
                  </a:cubicBezTo>
                  <a:cubicBezTo>
                    <a:pt x="1072" y="59"/>
                    <a:pt x="1072" y="59"/>
                    <a:pt x="1072" y="59"/>
                  </a:cubicBezTo>
                  <a:lnTo>
                    <a:pt x="1072" y="7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 name="Google Shape;218;p5"/>
            <p:cNvSpPr/>
            <p:nvPr/>
          </p:nvSpPr>
          <p:spPr>
            <a:xfrm>
              <a:off x="2490858" y="4356921"/>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 name="Google Shape;219;p5"/>
            <p:cNvSpPr/>
            <p:nvPr/>
          </p:nvSpPr>
          <p:spPr>
            <a:xfrm>
              <a:off x="2490858" y="4395570"/>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 name="Google Shape;220;p5"/>
            <p:cNvSpPr/>
            <p:nvPr/>
          </p:nvSpPr>
          <p:spPr>
            <a:xfrm>
              <a:off x="2490858" y="4434217"/>
              <a:ext cx="217234" cy="10661"/>
            </a:xfrm>
            <a:custGeom>
              <a:avLst/>
              <a:gdLst/>
              <a:ahLst/>
              <a:cxnLst/>
              <a:rect l="l" t="t" r="r" b="b"/>
              <a:pathLst>
                <a:path w="142" h="7" extrusionOk="0">
                  <a:moveTo>
                    <a:pt x="139" y="0"/>
                  </a:moveTo>
                  <a:cubicBezTo>
                    <a:pt x="3" y="0"/>
                    <a:pt x="3" y="0"/>
                    <a:pt x="3" y="0"/>
                  </a:cubicBezTo>
                  <a:cubicBezTo>
                    <a:pt x="2" y="0"/>
                    <a:pt x="0" y="2"/>
                    <a:pt x="0" y="3"/>
                  </a:cubicBezTo>
                  <a:cubicBezTo>
                    <a:pt x="0" y="5"/>
                    <a:pt x="2" y="7"/>
                    <a:pt x="3" y="7"/>
                  </a:cubicBezTo>
                  <a:cubicBezTo>
                    <a:pt x="139" y="7"/>
                    <a:pt x="139" y="7"/>
                    <a:pt x="139" y="7"/>
                  </a:cubicBezTo>
                  <a:cubicBezTo>
                    <a:pt x="141" y="7"/>
                    <a:pt x="142" y="5"/>
                    <a:pt x="142" y="3"/>
                  </a:cubicBezTo>
                  <a:cubicBezTo>
                    <a:pt x="142" y="2"/>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 name="Google Shape;221;p5"/>
            <p:cNvSpPr/>
            <p:nvPr/>
          </p:nvSpPr>
          <p:spPr>
            <a:xfrm>
              <a:off x="2490858" y="4472865"/>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 name="Google Shape;222;p5"/>
            <p:cNvSpPr/>
            <p:nvPr/>
          </p:nvSpPr>
          <p:spPr>
            <a:xfrm>
              <a:off x="2490858" y="4514178"/>
              <a:ext cx="217234" cy="9328"/>
            </a:xfrm>
            <a:custGeom>
              <a:avLst/>
              <a:gdLst/>
              <a:ahLst/>
              <a:cxnLst/>
              <a:rect l="l" t="t" r="r" b="b"/>
              <a:pathLst>
                <a:path w="142" h="6" extrusionOk="0">
                  <a:moveTo>
                    <a:pt x="139" y="0"/>
                  </a:moveTo>
                  <a:cubicBezTo>
                    <a:pt x="3" y="0"/>
                    <a:pt x="3" y="0"/>
                    <a:pt x="3" y="0"/>
                  </a:cubicBezTo>
                  <a:cubicBezTo>
                    <a:pt x="2" y="0"/>
                    <a:pt x="0" y="1"/>
                    <a:pt x="0" y="3"/>
                  </a:cubicBezTo>
                  <a:cubicBezTo>
                    <a:pt x="0" y="4"/>
                    <a:pt x="2" y="6"/>
                    <a:pt x="3" y="6"/>
                  </a:cubicBezTo>
                  <a:cubicBezTo>
                    <a:pt x="139" y="6"/>
                    <a:pt x="139" y="6"/>
                    <a:pt x="139" y="6"/>
                  </a:cubicBezTo>
                  <a:cubicBezTo>
                    <a:pt x="141" y="6"/>
                    <a:pt x="142" y="4"/>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 name="Google Shape;223;p5"/>
            <p:cNvSpPr/>
            <p:nvPr/>
          </p:nvSpPr>
          <p:spPr>
            <a:xfrm>
              <a:off x="2490858" y="4551493"/>
              <a:ext cx="217234" cy="7996"/>
            </a:xfrm>
            <a:custGeom>
              <a:avLst/>
              <a:gdLst/>
              <a:ahLst/>
              <a:cxnLst/>
              <a:rect l="l" t="t" r="r" b="b"/>
              <a:pathLst>
                <a:path w="142" h="6" extrusionOk="0">
                  <a:moveTo>
                    <a:pt x="139" y="0"/>
                  </a:moveTo>
                  <a:cubicBezTo>
                    <a:pt x="3" y="0"/>
                    <a:pt x="3" y="0"/>
                    <a:pt x="3" y="0"/>
                  </a:cubicBezTo>
                  <a:cubicBezTo>
                    <a:pt x="2" y="0"/>
                    <a:pt x="0" y="2"/>
                    <a:pt x="0" y="3"/>
                  </a:cubicBezTo>
                  <a:cubicBezTo>
                    <a:pt x="0" y="5"/>
                    <a:pt x="2" y="6"/>
                    <a:pt x="3" y="6"/>
                  </a:cubicBezTo>
                  <a:cubicBezTo>
                    <a:pt x="139" y="6"/>
                    <a:pt x="139" y="6"/>
                    <a:pt x="139" y="6"/>
                  </a:cubicBezTo>
                  <a:cubicBezTo>
                    <a:pt x="141" y="6"/>
                    <a:pt x="142" y="5"/>
                    <a:pt x="142" y="3"/>
                  </a:cubicBezTo>
                  <a:cubicBezTo>
                    <a:pt x="142" y="2"/>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 name="Google Shape;224;p5"/>
            <p:cNvSpPr/>
            <p:nvPr/>
          </p:nvSpPr>
          <p:spPr>
            <a:xfrm>
              <a:off x="1430012" y="4607466"/>
              <a:ext cx="2530835" cy="175914"/>
            </a:xfrm>
            <a:custGeom>
              <a:avLst/>
              <a:gdLst/>
              <a:ahLst/>
              <a:cxnLst/>
              <a:rect l="l" t="t" r="r" b="b"/>
              <a:pathLst>
                <a:path w="1899" h="132" extrusionOk="0">
                  <a:moveTo>
                    <a:pt x="0" y="132"/>
                  </a:moveTo>
                  <a:lnTo>
                    <a:pt x="262" y="119"/>
                  </a:lnTo>
                  <a:lnTo>
                    <a:pt x="448" y="0"/>
                  </a:lnTo>
                  <a:lnTo>
                    <a:pt x="1899" y="0"/>
                  </a:lnTo>
                  <a:lnTo>
                    <a:pt x="1899" y="75"/>
                  </a:lnTo>
                  <a:lnTo>
                    <a:pt x="424" y="75"/>
                  </a:lnTo>
                  <a:lnTo>
                    <a:pt x="333" y="132"/>
                  </a:lnTo>
                  <a:lnTo>
                    <a:pt x="0" y="132"/>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 name="Google Shape;225;p5"/>
            <p:cNvSpPr/>
            <p:nvPr/>
          </p:nvSpPr>
          <p:spPr>
            <a:xfrm>
              <a:off x="2089710" y="4638118"/>
              <a:ext cx="1827159" cy="39980"/>
            </a:xfrm>
            <a:custGeom>
              <a:avLst/>
              <a:gdLst/>
              <a:ahLst/>
              <a:cxnLst/>
              <a:rect l="l" t="t" r="r" b="b"/>
              <a:pathLst>
                <a:path w="1371" h="30" extrusionOk="0">
                  <a:moveTo>
                    <a:pt x="1371" y="0"/>
                  </a:moveTo>
                  <a:lnTo>
                    <a:pt x="46" y="0"/>
                  </a:lnTo>
                  <a:lnTo>
                    <a:pt x="0" y="30"/>
                  </a:lnTo>
                  <a:lnTo>
                    <a:pt x="1371" y="30"/>
                  </a:lnTo>
                  <a:lnTo>
                    <a:pt x="137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 name="Google Shape;226;p5"/>
            <p:cNvSpPr/>
            <p:nvPr/>
          </p:nvSpPr>
          <p:spPr>
            <a:xfrm>
              <a:off x="1495316" y="4447544"/>
              <a:ext cx="313190" cy="118608"/>
            </a:xfrm>
            <a:custGeom>
              <a:avLst/>
              <a:gdLst/>
              <a:ahLst/>
              <a:cxnLst/>
              <a:rect l="l" t="t" r="r" b="b"/>
              <a:pathLst>
                <a:path w="204" h="77" extrusionOk="0">
                  <a:moveTo>
                    <a:pt x="0" y="77"/>
                  </a:moveTo>
                  <a:cubicBezTo>
                    <a:pt x="0" y="77"/>
                    <a:pt x="119" y="0"/>
                    <a:pt x="204" y="0"/>
                  </a:cubicBezTo>
                  <a:cubicBezTo>
                    <a:pt x="91" y="0"/>
                    <a:pt x="91" y="0"/>
                    <a:pt x="91" y="0"/>
                  </a:cubicBezTo>
                  <a:lnTo>
                    <a:pt x="0" y="7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7" name="Google Shape;227;p5"/>
          <p:cNvGrpSpPr/>
          <p:nvPr/>
        </p:nvGrpSpPr>
        <p:grpSpPr>
          <a:xfrm>
            <a:off x="-742698" y="167955"/>
            <a:ext cx="10166840" cy="950455"/>
            <a:chOff x="-742698" y="167955"/>
            <a:chExt cx="10166840" cy="950455"/>
          </a:xfrm>
        </p:grpSpPr>
        <p:sp>
          <p:nvSpPr>
            <p:cNvPr id="228" name="Google Shape;228;p5"/>
            <p:cNvSpPr/>
            <p:nvPr/>
          </p:nvSpPr>
          <p:spPr>
            <a:xfrm>
              <a:off x="8217002" y="836725"/>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 name="Google Shape;229;p5"/>
            <p:cNvSpPr/>
            <p:nvPr/>
          </p:nvSpPr>
          <p:spPr>
            <a:xfrm flipH="1">
              <a:off x="7355356" y="167955"/>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 name="Google Shape;230;p5"/>
            <p:cNvSpPr/>
            <p:nvPr/>
          </p:nvSpPr>
          <p:spPr>
            <a:xfrm>
              <a:off x="-742698" y="937400"/>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pic>
        <p:nvPicPr>
          <p:cNvPr id="367" name="Google Shape;367;p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368" name="Google Shape;368;p8"/>
          <p:cNvSpPr txBox="1">
            <a:spLocks noGrp="1"/>
          </p:cNvSpPr>
          <p:nvPr>
            <p:ph type="title"/>
          </p:nvPr>
        </p:nvSpPr>
        <p:spPr>
          <a:xfrm>
            <a:off x="1388100" y="1307100"/>
            <a:ext cx="6367800" cy="19050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cxnSp>
        <p:nvCxnSpPr>
          <p:cNvPr id="369" name="Google Shape;369;p8"/>
          <p:cNvCxnSpPr>
            <a:endCxn id="368" idx="0"/>
          </p:cNvCxnSpPr>
          <p:nvPr/>
        </p:nvCxnSpPr>
        <p:spPr>
          <a:xfrm>
            <a:off x="4572000" y="-201000"/>
            <a:ext cx="0" cy="1508100"/>
          </a:xfrm>
          <a:prstGeom prst="straightConnector1">
            <a:avLst/>
          </a:prstGeom>
          <a:noFill/>
          <a:ln w="9525" cap="flat" cmpd="sng">
            <a:solidFill>
              <a:schemeClr val="dk1"/>
            </a:solidFill>
            <a:prstDash val="solid"/>
            <a:round/>
            <a:headEnd type="none" w="med" len="med"/>
            <a:tailEnd type="diamond" w="med" len="med"/>
          </a:ln>
        </p:spPr>
      </p:cxnSp>
      <p:sp>
        <p:nvSpPr>
          <p:cNvPr id="370" name="Google Shape;370;p8"/>
          <p:cNvSpPr/>
          <p:nvPr/>
        </p:nvSpPr>
        <p:spPr>
          <a:xfrm>
            <a:off x="3468688" y="4345800"/>
            <a:ext cx="5675310" cy="819150"/>
          </a:xfrm>
          <a:custGeom>
            <a:avLst/>
            <a:gdLst/>
            <a:ahLst/>
            <a:cxnLst/>
            <a:rect l="l" t="t" r="r" b="b"/>
            <a:pathLst>
              <a:path w="3000" h="433" extrusionOk="0">
                <a:moveTo>
                  <a:pt x="0" y="420"/>
                </a:moveTo>
                <a:cubicBezTo>
                  <a:pt x="0" y="433"/>
                  <a:pt x="0" y="433"/>
                  <a:pt x="0" y="433"/>
                </a:cubicBezTo>
                <a:cubicBezTo>
                  <a:pt x="1233" y="433"/>
                  <a:pt x="1233" y="433"/>
                  <a:pt x="1233" y="433"/>
                </a:cubicBezTo>
                <a:cubicBezTo>
                  <a:pt x="1812" y="312"/>
                  <a:pt x="2411" y="281"/>
                  <a:pt x="3000" y="343"/>
                </a:cubicBezTo>
                <a:cubicBezTo>
                  <a:pt x="3000" y="56"/>
                  <a:pt x="3000" y="56"/>
                  <a:pt x="3000" y="56"/>
                </a:cubicBezTo>
                <a:cubicBezTo>
                  <a:pt x="1989" y="0"/>
                  <a:pt x="968" y="124"/>
                  <a:pt x="0" y="42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71" name="Google Shape;371;p8"/>
          <p:cNvGrpSpPr/>
          <p:nvPr/>
        </p:nvGrpSpPr>
        <p:grpSpPr>
          <a:xfrm>
            <a:off x="-438104" y="4503266"/>
            <a:ext cx="4094599" cy="640293"/>
            <a:chOff x="1040511" y="1999631"/>
            <a:chExt cx="5615964" cy="878196"/>
          </a:xfrm>
        </p:grpSpPr>
        <p:sp>
          <p:nvSpPr>
            <p:cNvPr id="372" name="Google Shape;372;p8"/>
            <p:cNvSpPr/>
            <p:nvPr/>
          </p:nvSpPr>
          <p:spPr>
            <a:xfrm>
              <a:off x="119061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 name="Google Shape;373;p8"/>
            <p:cNvSpPr/>
            <p:nvPr/>
          </p:nvSpPr>
          <p:spPr>
            <a:xfrm>
              <a:off x="1209371"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 name="Google Shape;374;p8"/>
            <p:cNvSpPr/>
            <p:nvPr/>
          </p:nvSpPr>
          <p:spPr>
            <a:xfrm>
              <a:off x="1422171" y="2693565"/>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 name="Google Shape;375;p8"/>
            <p:cNvSpPr/>
            <p:nvPr/>
          </p:nvSpPr>
          <p:spPr>
            <a:xfrm>
              <a:off x="1440108"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 name="Google Shape;376;p8"/>
            <p:cNvSpPr/>
            <p:nvPr/>
          </p:nvSpPr>
          <p:spPr>
            <a:xfrm>
              <a:off x="165127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 name="Google Shape;377;p8"/>
            <p:cNvSpPr/>
            <p:nvPr/>
          </p:nvSpPr>
          <p:spPr>
            <a:xfrm>
              <a:off x="1670030"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 name="Google Shape;378;p8"/>
            <p:cNvSpPr/>
            <p:nvPr/>
          </p:nvSpPr>
          <p:spPr>
            <a:xfrm>
              <a:off x="246886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 name="Google Shape;379;p8"/>
            <p:cNvSpPr/>
            <p:nvPr/>
          </p:nvSpPr>
          <p:spPr>
            <a:xfrm>
              <a:off x="2487621"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0" name="Google Shape;380;p8"/>
            <p:cNvSpPr/>
            <p:nvPr/>
          </p:nvSpPr>
          <p:spPr>
            <a:xfrm>
              <a:off x="2700421" y="2693565"/>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 name="Google Shape;381;p8"/>
            <p:cNvSpPr/>
            <p:nvPr/>
          </p:nvSpPr>
          <p:spPr>
            <a:xfrm>
              <a:off x="2718358"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8"/>
            <p:cNvSpPr/>
            <p:nvPr/>
          </p:nvSpPr>
          <p:spPr>
            <a:xfrm>
              <a:off x="292952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 name="Google Shape;383;p8"/>
            <p:cNvSpPr/>
            <p:nvPr/>
          </p:nvSpPr>
          <p:spPr>
            <a:xfrm>
              <a:off x="2948280"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 name="Google Shape;384;p8"/>
            <p:cNvSpPr/>
            <p:nvPr/>
          </p:nvSpPr>
          <p:spPr>
            <a:xfrm>
              <a:off x="3298149" y="2045289"/>
              <a:ext cx="230700" cy="7404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 name="Google Shape;385;p8"/>
            <p:cNvSpPr/>
            <p:nvPr/>
          </p:nvSpPr>
          <p:spPr>
            <a:xfrm>
              <a:off x="3462029" y="2045289"/>
              <a:ext cx="204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 name="Google Shape;386;p8"/>
            <p:cNvSpPr/>
            <p:nvPr/>
          </p:nvSpPr>
          <p:spPr>
            <a:xfrm>
              <a:off x="3422894" y="2045289"/>
              <a:ext cx="195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 name="Google Shape;387;p8"/>
            <p:cNvSpPr/>
            <p:nvPr/>
          </p:nvSpPr>
          <p:spPr>
            <a:xfrm>
              <a:off x="3382943" y="2045289"/>
              <a:ext cx="204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8" name="Google Shape;388;p8"/>
            <p:cNvSpPr/>
            <p:nvPr/>
          </p:nvSpPr>
          <p:spPr>
            <a:xfrm>
              <a:off x="3343807" y="2045289"/>
              <a:ext cx="195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9" name="Google Shape;389;p8"/>
            <p:cNvSpPr/>
            <p:nvPr/>
          </p:nvSpPr>
          <p:spPr>
            <a:xfrm>
              <a:off x="1040511" y="1999631"/>
              <a:ext cx="2303400" cy="8316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0" name="Google Shape;390;p8"/>
            <p:cNvSpPr/>
            <p:nvPr/>
          </p:nvSpPr>
          <p:spPr>
            <a:xfrm>
              <a:off x="1131828" y="2183893"/>
              <a:ext cx="460659" cy="369340"/>
            </a:xfrm>
            <a:custGeom>
              <a:avLst/>
              <a:gdLst/>
              <a:ahLst/>
              <a:cxnLst/>
              <a:rect l="l" t="t" r="r" b="b"/>
              <a:pathLst>
                <a:path w="303" h="242" extrusionOk="0">
                  <a:moveTo>
                    <a:pt x="277" y="0"/>
                  </a:moveTo>
                  <a:cubicBezTo>
                    <a:pt x="26" y="0"/>
                    <a:pt x="26" y="0"/>
                    <a:pt x="26" y="0"/>
                  </a:cubicBezTo>
                  <a:cubicBezTo>
                    <a:pt x="12" y="0"/>
                    <a:pt x="0" y="12"/>
                    <a:pt x="0" y="26"/>
                  </a:cubicBezTo>
                  <a:cubicBezTo>
                    <a:pt x="0" y="216"/>
                    <a:pt x="0" y="216"/>
                    <a:pt x="0" y="216"/>
                  </a:cubicBezTo>
                  <a:cubicBezTo>
                    <a:pt x="0" y="231"/>
                    <a:pt x="12" y="242"/>
                    <a:pt x="26" y="242"/>
                  </a:cubicBezTo>
                  <a:cubicBezTo>
                    <a:pt x="277" y="242"/>
                    <a:pt x="277" y="242"/>
                    <a:pt x="277" y="242"/>
                  </a:cubicBezTo>
                  <a:cubicBezTo>
                    <a:pt x="292" y="242"/>
                    <a:pt x="303" y="231"/>
                    <a:pt x="303" y="216"/>
                  </a:cubicBezTo>
                  <a:cubicBezTo>
                    <a:pt x="303" y="26"/>
                    <a:pt x="303" y="26"/>
                    <a:pt x="303" y="26"/>
                  </a:cubicBezTo>
                  <a:cubicBezTo>
                    <a:pt x="303" y="12"/>
                    <a:pt x="292"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 name="Google Shape;391;p8"/>
            <p:cNvSpPr/>
            <p:nvPr/>
          </p:nvSpPr>
          <p:spPr>
            <a:xfrm>
              <a:off x="1684619" y="2183893"/>
              <a:ext cx="460659" cy="369340"/>
            </a:xfrm>
            <a:custGeom>
              <a:avLst/>
              <a:gdLst/>
              <a:ahLst/>
              <a:cxnLst/>
              <a:rect l="l" t="t" r="r" b="b"/>
              <a:pathLst>
                <a:path w="303" h="242" extrusionOk="0">
                  <a:moveTo>
                    <a:pt x="0" y="26"/>
                  </a:moveTo>
                  <a:cubicBezTo>
                    <a:pt x="0" y="216"/>
                    <a:pt x="0" y="216"/>
                    <a:pt x="0" y="216"/>
                  </a:cubicBezTo>
                  <a:cubicBezTo>
                    <a:pt x="0" y="231"/>
                    <a:pt x="12"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2"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2" name="Google Shape;392;p8"/>
            <p:cNvSpPr/>
            <p:nvPr/>
          </p:nvSpPr>
          <p:spPr>
            <a:xfrm>
              <a:off x="2791831" y="2183893"/>
              <a:ext cx="460659" cy="369340"/>
            </a:xfrm>
            <a:custGeom>
              <a:avLst/>
              <a:gdLst/>
              <a:ahLst/>
              <a:cxnLst/>
              <a:rect l="l" t="t" r="r" b="b"/>
              <a:pathLst>
                <a:path w="303" h="242" extrusionOk="0">
                  <a:moveTo>
                    <a:pt x="0" y="26"/>
                  </a:moveTo>
                  <a:cubicBezTo>
                    <a:pt x="0" y="216"/>
                    <a:pt x="0" y="216"/>
                    <a:pt x="0" y="216"/>
                  </a:cubicBezTo>
                  <a:cubicBezTo>
                    <a:pt x="0" y="231"/>
                    <a:pt x="11"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1"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3" name="Google Shape;393;p8"/>
            <p:cNvSpPr/>
            <p:nvPr/>
          </p:nvSpPr>
          <p:spPr>
            <a:xfrm>
              <a:off x="2238225" y="2183893"/>
              <a:ext cx="460659" cy="369340"/>
            </a:xfrm>
            <a:custGeom>
              <a:avLst/>
              <a:gdLst/>
              <a:ahLst/>
              <a:cxnLst/>
              <a:rect l="l" t="t" r="r" b="b"/>
              <a:pathLst>
                <a:path w="303" h="242" extrusionOk="0">
                  <a:moveTo>
                    <a:pt x="0" y="216"/>
                  </a:moveTo>
                  <a:cubicBezTo>
                    <a:pt x="0" y="26"/>
                    <a:pt x="0" y="26"/>
                    <a:pt x="0" y="26"/>
                  </a:cubicBezTo>
                  <a:cubicBezTo>
                    <a:pt x="0" y="12"/>
                    <a:pt x="12" y="0"/>
                    <a:pt x="26" y="0"/>
                  </a:cubicBezTo>
                  <a:cubicBezTo>
                    <a:pt x="277" y="0"/>
                    <a:pt x="277" y="0"/>
                    <a:pt x="277" y="0"/>
                  </a:cubicBezTo>
                  <a:cubicBezTo>
                    <a:pt x="291" y="0"/>
                    <a:pt x="303" y="12"/>
                    <a:pt x="303" y="26"/>
                  </a:cubicBezTo>
                  <a:cubicBezTo>
                    <a:pt x="303" y="216"/>
                    <a:pt x="303" y="216"/>
                    <a:pt x="303" y="216"/>
                  </a:cubicBezTo>
                  <a:cubicBezTo>
                    <a:pt x="303" y="231"/>
                    <a:pt x="291" y="242"/>
                    <a:pt x="277" y="242"/>
                  </a:cubicBezTo>
                  <a:cubicBezTo>
                    <a:pt x="26" y="242"/>
                    <a:pt x="26" y="242"/>
                    <a:pt x="26" y="242"/>
                  </a:cubicBezTo>
                  <a:cubicBezTo>
                    <a:pt x="12" y="242"/>
                    <a:pt x="0" y="231"/>
                    <a:pt x="0" y="21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4" name="Google Shape;394;p8"/>
            <p:cNvSpPr/>
            <p:nvPr/>
          </p:nvSpPr>
          <p:spPr>
            <a:xfrm>
              <a:off x="1040511" y="1999631"/>
              <a:ext cx="2303400" cy="91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5" name="Google Shape;395;p8"/>
            <p:cNvSpPr/>
            <p:nvPr/>
          </p:nvSpPr>
          <p:spPr>
            <a:xfrm>
              <a:off x="1040511" y="2739941"/>
              <a:ext cx="2303400" cy="91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6" name="Google Shape;396;p8"/>
            <p:cNvSpPr/>
            <p:nvPr/>
          </p:nvSpPr>
          <p:spPr>
            <a:xfrm>
              <a:off x="1040511" y="2637211"/>
              <a:ext cx="2303400" cy="189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7" name="Google Shape;397;p8"/>
            <p:cNvSpPr/>
            <p:nvPr/>
          </p:nvSpPr>
          <p:spPr>
            <a:xfrm>
              <a:off x="5348693"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8" name="Google Shape;398;p8"/>
            <p:cNvSpPr/>
            <p:nvPr/>
          </p:nvSpPr>
          <p:spPr>
            <a:xfrm>
              <a:off x="5367446"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9" name="Google Shape;399;p8"/>
            <p:cNvSpPr/>
            <p:nvPr/>
          </p:nvSpPr>
          <p:spPr>
            <a:xfrm>
              <a:off x="5580246" y="2692652"/>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0" name="Google Shape;400;p8"/>
            <p:cNvSpPr/>
            <p:nvPr/>
          </p:nvSpPr>
          <p:spPr>
            <a:xfrm>
              <a:off x="5598183"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1" name="Google Shape;401;p8"/>
            <p:cNvSpPr/>
            <p:nvPr/>
          </p:nvSpPr>
          <p:spPr>
            <a:xfrm>
              <a:off x="5809353"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2" name="Google Shape;402;p8"/>
            <p:cNvSpPr/>
            <p:nvPr/>
          </p:nvSpPr>
          <p:spPr>
            <a:xfrm>
              <a:off x="5828105"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3" name="Google Shape;403;p8"/>
            <p:cNvSpPr/>
            <p:nvPr/>
          </p:nvSpPr>
          <p:spPr>
            <a:xfrm>
              <a:off x="3574544"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4" name="Google Shape;404;p8"/>
            <p:cNvSpPr/>
            <p:nvPr/>
          </p:nvSpPr>
          <p:spPr>
            <a:xfrm>
              <a:off x="3593297"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5" name="Google Shape;405;p8"/>
            <p:cNvSpPr/>
            <p:nvPr/>
          </p:nvSpPr>
          <p:spPr>
            <a:xfrm>
              <a:off x="3804466" y="2692652"/>
              <a:ext cx="185079" cy="184262"/>
            </a:xfrm>
            <a:custGeom>
              <a:avLst/>
              <a:gdLst/>
              <a:ahLst/>
              <a:cxnLst/>
              <a:rect l="l" t="t" r="r" b="b"/>
              <a:pathLst>
                <a:path w="122" h="121" extrusionOk="0">
                  <a:moveTo>
                    <a:pt x="61" y="121"/>
                  </a:moveTo>
                  <a:cubicBezTo>
                    <a:pt x="61" y="121"/>
                    <a:pt x="61" y="121"/>
                    <a:pt x="61" y="121"/>
                  </a:cubicBezTo>
                  <a:cubicBezTo>
                    <a:pt x="28" y="121"/>
                    <a:pt x="0" y="94"/>
                    <a:pt x="0" y="61"/>
                  </a:cubicBezTo>
                  <a:cubicBezTo>
                    <a:pt x="0" y="27"/>
                    <a:pt x="28" y="0"/>
                    <a:pt x="61" y="0"/>
                  </a:cubicBezTo>
                  <a:cubicBezTo>
                    <a:pt x="95" y="0"/>
                    <a:pt x="122" y="27"/>
                    <a:pt x="122" y="61"/>
                  </a:cubicBezTo>
                  <a:cubicBezTo>
                    <a:pt x="122" y="94"/>
                    <a:pt x="95"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6" name="Google Shape;406;p8"/>
            <p:cNvSpPr/>
            <p:nvPr/>
          </p:nvSpPr>
          <p:spPr>
            <a:xfrm>
              <a:off x="3824034"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7" name="Google Shape;407;p8"/>
            <p:cNvSpPr/>
            <p:nvPr/>
          </p:nvSpPr>
          <p:spPr>
            <a:xfrm>
              <a:off x="4035204"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 name="Google Shape;408;p8"/>
            <p:cNvSpPr/>
            <p:nvPr/>
          </p:nvSpPr>
          <p:spPr>
            <a:xfrm>
              <a:off x="4053956"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 name="Google Shape;409;p8"/>
            <p:cNvSpPr/>
            <p:nvPr/>
          </p:nvSpPr>
          <p:spPr>
            <a:xfrm>
              <a:off x="3482413" y="1999631"/>
              <a:ext cx="3174063" cy="831625"/>
            </a:xfrm>
            <a:custGeom>
              <a:avLst/>
              <a:gdLst/>
              <a:ahLst/>
              <a:cxnLst/>
              <a:rect l="l" t="t" r="r" b="b"/>
              <a:pathLst>
                <a:path w="2088" h="545" extrusionOk="0">
                  <a:moveTo>
                    <a:pt x="0" y="0"/>
                  </a:moveTo>
                  <a:cubicBezTo>
                    <a:pt x="0" y="545"/>
                    <a:pt x="0" y="545"/>
                    <a:pt x="0" y="545"/>
                  </a:cubicBezTo>
                  <a:cubicBezTo>
                    <a:pt x="1985" y="545"/>
                    <a:pt x="1985" y="545"/>
                    <a:pt x="1985" y="545"/>
                  </a:cubicBezTo>
                  <a:cubicBezTo>
                    <a:pt x="2042" y="545"/>
                    <a:pt x="2088" y="499"/>
                    <a:pt x="2088" y="442"/>
                  </a:cubicBezTo>
                  <a:cubicBezTo>
                    <a:pt x="2088" y="430"/>
                    <a:pt x="2086" y="418"/>
                    <a:pt x="2082" y="407"/>
                  </a:cubicBezTo>
                  <a:cubicBezTo>
                    <a:pt x="1986" y="143"/>
                    <a:pt x="1986" y="143"/>
                    <a:pt x="1986" y="143"/>
                  </a:cubicBezTo>
                  <a:cubicBezTo>
                    <a:pt x="1955" y="57"/>
                    <a:pt x="1873" y="0"/>
                    <a:pt x="1781" y="0"/>
                  </a:cubicBezTo>
                  <a:cubicBezTo>
                    <a:pt x="0" y="0"/>
                    <a:pt x="0" y="0"/>
                    <a:pt x="0"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0" name="Google Shape;410;p8"/>
            <p:cNvSpPr/>
            <p:nvPr/>
          </p:nvSpPr>
          <p:spPr>
            <a:xfrm>
              <a:off x="3574544" y="2183893"/>
              <a:ext cx="460659" cy="369340"/>
            </a:xfrm>
            <a:custGeom>
              <a:avLst/>
              <a:gdLst/>
              <a:ahLst/>
              <a:cxnLst/>
              <a:rect l="l" t="t" r="r" b="b"/>
              <a:pathLst>
                <a:path w="303" h="242" extrusionOk="0">
                  <a:moveTo>
                    <a:pt x="277" y="0"/>
                  </a:moveTo>
                  <a:cubicBezTo>
                    <a:pt x="26" y="0"/>
                    <a:pt x="26" y="0"/>
                    <a:pt x="26" y="0"/>
                  </a:cubicBezTo>
                  <a:cubicBezTo>
                    <a:pt x="12" y="0"/>
                    <a:pt x="0" y="12"/>
                    <a:pt x="0" y="26"/>
                  </a:cubicBezTo>
                  <a:cubicBezTo>
                    <a:pt x="0" y="216"/>
                    <a:pt x="0" y="216"/>
                    <a:pt x="0" y="216"/>
                  </a:cubicBezTo>
                  <a:cubicBezTo>
                    <a:pt x="0" y="231"/>
                    <a:pt x="12"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 name="Google Shape;411;p8"/>
            <p:cNvSpPr/>
            <p:nvPr/>
          </p:nvSpPr>
          <p:spPr>
            <a:xfrm>
              <a:off x="4128151" y="2183893"/>
              <a:ext cx="460659" cy="369340"/>
            </a:xfrm>
            <a:custGeom>
              <a:avLst/>
              <a:gdLst/>
              <a:ahLst/>
              <a:cxnLst/>
              <a:rect l="l" t="t" r="r" b="b"/>
              <a:pathLst>
                <a:path w="303" h="242" extrusionOk="0">
                  <a:moveTo>
                    <a:pt x="0" y="26"/>
                  </a:moveTo>
                  <a:cubicBezTo>
                    <a:pt x="0" y="216"/>
                    <a:pt x="0" y="216"/>
                    <a:pt x="0" y="216"/>
                  </a:cubicBezTo>
                  <a:cubicBezTo>
                    <a:pt x="0" y="231"/>
                    <a:pt x="11"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1"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 name="Google Shape;412;p8"/>
            <p:cNvSpPr/>
            <p:nvPr/>
          </p:nvSpPr>
          <p:spPr>
            <a:xfrm>
              <a:off x="4979351" y="2183893"/>
              <a:ext cx="462290" cy="369340"/>
            </a:xfrm>
            <a:custGeom>
              <a:avLst/>
              <a:gdLst/>
              <a:ahLst/>
              <a:cxnLst/>
              <a:rect l="l" t="t" r="r" b="b"/>
              <a:pathLst>
                <a:path w="304" h="242" extrusionOk="0">
                  <a:moveTo>
                    <a:pt x="277" y="0"/>
                  </a:moveTo>
                  <a:cubicBezTo>
                    <a:pt x="27" y="0"/>
                    <a:pt x="27" y="0"/>
                    <a:pt x="27" y="0"/>
                  </a:cubicBezTo>
                  <a:cubicBezTo>
                    <a:pt x="12" y="0"/>
                    <a:pt x="0" y="12"/>
                    <a:pt x="0" y="26"/>
                  </a:cubicBezTo>
                  <a:cubicBezTo>
                    <a:pt x="0" y="216"/>
                    <a:pt x="0" y="216"/>
                    <a:pt x="0" y="216"/>
                  </a:cubicBezTo>
                  <a:cubicBezTo>
                    <a:pt x="0" y="231"/>
                    <a:pt x="12" y="242"/>
                    <a:pt x="27" y="242"/>
                  </a:cubicBezTo>
                  <a:cubicBezTo>
                    <a:pt x="277" y="242"/>
                    <a:pt x="277" y="242"/>
                    <a:pt x="277" y="242"/>
                  </a:cubicBezTo>
                  <a:cubicBezTo>
                    <a:pt x="292" y="242"/>
                    <a:pt x="304" y="231"/>
                    <a:pt x="304" y="216"/>
                  </a:cubicBezTo>
                  <a:cubicBezTo>
                    <a:pt x="304" y="26"/>
                    <a:pt x="304" y="26"/>
                    <a:pt x="304" y="26"/>
                  </a:cubicBezTo>
                  <a:cubicBezTo>
                    <a:pt x="304" y="12"/>
                    <a:pt x="292"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 name="Google Shape;413;p8"/>
            <p:cNvSpPr/>
            <p:nvPr/>
          </p:nvSpPr>
          <p:spPr>
            <a:xfrm>
              <a:off x="5532957" y="2183893"/>
              <a:ext cx="460659" cy="369340"/>
            </a:xfrm>
            <a:custGeom>
              <a:avLst/>
              <a:gdLst/>
              <a:ahLst/>
              <a:cxnLst/>
              <a:rect l="l" t="t" r="r" b="b"/>
              <a:pathLst>
                <a:path w="303" h="242" extrusionOk="0">
                  <a:moveTo>
                    <a:pt x="0" y="26"/>
                  </a:moveTo>
                  <a:cubicBezTo>
                    <a:pt x="0" y="216"/>
                    <a:pt x="0" y="216"/>
                    <a:pt x="0" y="216"/>
                  </a:cubicBezTo>
                  <a:cubicBezTo>
                    <a:pt x="0" y="231"/>
                    <a:pt x="12" y="242"/>
                    <a:pt x="26" y="242"/>
                  </a:cubicBezTo>
                  <a:cubicBezTo>
                    <a:pt x="277" y="242"/>
                    <a:pt x="277" y="242"/>
                    <a:pt x="277" y="242"/>
                  </a:cubicBezTo>
                  <a:cubicBezTo>
                    <a:pt x="292" y="242"/>
                    <a:pt x="303" y="231"/>
                    <a:pt x="303" y="216"/>
                  </a:cubicBezTo>
                  <a:cubicBezTo>
                    <a:pt x="303" y="26"/>
                    <a:pt x="303" y="26"/>
                    <a:pt x="303" y="26"/>
                  </a:cubicBezTo>
                  <a:cubicBezTo>
                    <a:pt x="303" y="12"/>
                    <a:pt x="292" y="0"/>
                    <a:pt x="277" y="0"/>
                  </a:cubicBezTo>
                  <a:cubicBezTo>
                    <a:pt x="26" y="0"/>
                    <a:pt x="26" y="0"/>
                    <a:pt x="26" y="0"/>
                  </a:cubicBezTo>
                  <a:cubicBezTo>
                    <a:pt x="12"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 name="Google Shape;414;p8"/>
            <p:cNvSpPr/>
            <p:nvPr/>
          </p:nvSpPr>
          <p:spPr>
            <a:xfrm>
              <a:off x="4680126" y="2183893"/>
              <a:ext cx="207908" cy="369340"/>
            </a:xfrm>
            <a:custGeom>
              <a:avLst/>
              <a:gdLst/>
              <a:ahLst/>
              <a:cxnLst/>
              <a:rect l="l" t="t" r="r" b="b"/>
              <a:pathLst>
                <a:path w="137" h="242" extrusionOk="0">
                  <a:moveTo>
                    <a:pt x="111" y="0"/>
                  </a:moveTo>
                  <a:cubicBezTo>
                    <a:pt x="27" y="0"/>
                    <a:pt x="27" y="0"/>
                    <a:pt x="27" y="0"/>
                  </a:cubicBezTo>
                  <a:cubicBezTo>
                    <a:pt x="12" y="0"/>
                    <a:pt x="0" y="12"/>
                    <a:pt x="0" y="26"/>
                  </a:cubicBezTo>
                  <a:cubicBezTo>
                    <a:pt x="0" y="216"/>
                    <a:pt x="0" y="216"/>
                    <a:pt x="0" y="216"/>
                  </a:cubicBezTo>
                  <a:cubicBezTo>
                    <a:pt x="0" y="231"/>
                    <a:pt x="12" y="242"/>
                    <a:pt x="27" y="242"/>
                  </a:cubicBezTo>
                  <a:cubicBezTo>
                    <a:pt x="111" y="242"/>
                    <a:pt x="111" y="242"/>
                    <a:pt x="111" y="242"/>
                  </a:cubicBezTo>
                  <a:cubicBezTo>
                    <a:pt x="125" y="242"/>
                    <a:pt x="137" y="231"/>
                    <a:pt x="137" y="216"/>
                  </a:cubicBezTo>
                  <a:cubicBezTo>
                    <a:pt x="137" y="26"/>
                    <a:pt x="137" y="26"/>
                    <a:pt x="137" y="26"/>
                  </a:cubicBezTo>
                  <a:cubicBezTo>
                    <a:pt x="137" y="12"/>
                    <a:pt x="125" y="0"/>
                    <a:pt x="11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8"/>
            <p:cNvSpPr/>
            <p:nvPr/>
          </p:nvSpPr>
          <p:spPr>
            <a:xfrm>
              <a:off x="3482413" y="1999631"/>
              <a:ext cx="2936804" cy="91316"/>
            </a:xfrm>
            <a:custGeom>
              <a:avLst/>
              <a:gdLst/>
              <a:ahLst/>
              <a:cxnLst/>
              <a:rect l="l" t="t" r="r" b="b"/>
              <a:pathLst>
                <a:path w="1932" h="60" extrusionOk="0">
                  <a:moveTo>
                    <a:pt x="1781" y="0"/>
                  </a:moveTo>
                  <a:cubicBezTo>
                    <a:pt x="0" y="0"/>
                    <a:pt x="0" y="0"/>
                    <a:pt x="0" y="0"/>
                  </a:cubicBezTo>
                  <a:cubicBezTo>
                    <a:pt x="0" y="60"/>
                    <a:pt x="0" y="60"/>
                    <a:pt x="0" y="60"/>
                  </a:cubicBezTo>
                  <a:cubicBezTo>
                    <a:pt x="1932" y="60"/>
                    <a:pt x="1932" y="60"/>
                    <a:pt x="1932" y="60"/>
                  </a:cubicBezTo>
                  <a:cubicBezTo>
                    <a:pt x="1892" y="22"/>
                    <a:pt x="1839" y="0"/>
                    <a:pt x="1781"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8"/>
            <p:cNvSpPr/>
            <p:nvPr/>
          </p:nvSpPr>
          <p:spPr>
            <a:xfrm>
              <a:off x="6215385" y="2183893"/>
              <a:ext cx="407663" cy="369340"/>
            </a:xfrm>
            <a:custGeom>
              <a:avLst/>
              <a:gdLst/>
              <a:ahLst/>
              <a:cxnLst/>
              <a:rect l="l" t="t" r="r" b="b"/>
              <a:pathLst>
                <a:path w="268" h="242" extrusionOk="0">
                  <a:moveTo>
                    <a:pt x="6" y="35"/>
                  </a:moveTo>
                  <a:cubicBezTo>
                    <a:pt x="75" y="225"/>
                    <a:pt x="75" y="225"/>
                    <a:pt x="75" y="225"/>
                  </a:cubicBezTo>
                  <a:cubicBezTo>
                    <a:pt x="79" y="235"/>
                    <a:pt x="89" y="242"/>
                    <a:pt x="100" y="242"/>
                  </a:cubicBezTo>
                  <a:cubicBezTo>
                    <a:pt x="268" y="242"/>
                    <a:pt x="268" y="242"/>
                    <a:pt x="268" y="242"/>
                  </a:cubicBezTo>
                  <a:cubicBezTo>
                    <a:pt x="188" y="22"/>
                    <a:pt x="188" y="22"/>
                    <a:pt x="188" y="22"/>
                  </a:cubicBezTo>
                  <a:cubicBezTo>
                    <a:pt x="185" y="14"/>
                    <a:pt x="182" y="7"/>
                    <a:pt x="179" y="0"/>
                  </a:cubicBezTo>
                  <a:cubicBezTo>
                    <a:pt x="31" y="0"/>
                    <a:pt x="31" y="0"/>
                    <a:pt x="31" y="0"/>
                  </a:cubicBezTo>
                  <a:cubicBezTo>
                    <a:pt x="13" y="0"/>
                    <a:pt x="0" y="18"/>
                    <a:pt x="6" y="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8"/>
            <p:cNvSpPr/>
            <p:nvPr/>
          </p:nvSpPr>
          <p:spPr>
            <a:xfrm>
              <a:off x="3482413" y="2739941"/>
              <a:ext cx="3160205" cy="91316"/>
            </a:xfrm>
            <a:custGeom>
              <a:avLst/>
              <a:gdLst/>
              <a:ahLst/>
              <a:cxnLst/>
              <a:rect l="l" t="t" r="r" b="b"/>
              <a:pathLst>
                <a:path w="2079" h="60" extrusionOk="0">
                  <a:moveTo>
                    <a:pt x="0" y="60"/>
                  </a:moveTo>
                  <a:cubicBezTo>
                    <a:pt x="1985" y="60"/>
                    <a:pt x="1985" y="60"/>
                    <a:pt x="1985" y="60"/>
                  </a:cubicBezTo>
                  <a:cubicBezTo>
                    <a:pt x="2027" y="60"/>
                    <a:pt x="2063" y="35"/>
                    <a:pt x="2079" y="0"/>
                  </a:cubicBezTo>
                  <a:cubicBezTo>
                    <a:pt x="0" y="0"/>
                    <a:pt x="0" y="0"/>
                    <a:pt x="0" y="0"/>
                  </a:cubicBezTo>
                  <a:lnTo>
                    <a:pt x="0" y="6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 name="Google Shape;418;p8"/>
            <p:cNvSpPr/>
            <p:nvPr/>
          </p:nvSpPr>
          <p:spPr>
            <a:xfrm>
              <a:off x="4625499" y="2090947"/>
              <a:ext cx="317977" cy="648994"/>
            </a:xfrm>
            <a:custGeom>
              <a:avLst/>
              <a:gdLst/>
              <a:ahLst/>
              <a:cxnLst/>
              <a:rect l="l" t="t" r="r" b="b"/>
              <a:pathLst>
                <a:path w="209" h="425" extrusionOk="0">
                  <a:moveTo>
                    <a:pt x="190" y="0"/>
                  </a:moveTo>
                  <a:cubicBezTo>
                    <a:pt x="20" y="0"/>
                    <a:pt x="20" y="0"/>
                    <a:pt x="20" y="0"/>
                  </a:cubicBezTo>
                  <a:cubicBezTo>
                    <a:pt x="8" y="7"/>
                    <a:pt x="0" y="20"/>
                    <a:pt x="0" y="35"/>
                  </a:cubicBezTo>
                  <a:cubicBezTo>
                    <a:pt x="0" y="425"/>
                    <a:pt x="0" y="425"/>
                    <a:pt x="0" y="425"/>
                  </a:cubicBezTo>
                  <a:cubicBezTo>
                    <a:pt x="12" y="425"/>
                    <a:pt x="12" y="425"/>
                    <a:pt x="12" y="425"/>
                  </a:cubicBezTo>
                  <a:cubicBezTo>
                    <a:pt x="12" y="35"/>
                    <a:pt x="12" y="35"/>
                    <a:pt x="12" y="35"/>
                  </a:cubicBezTo>
                  <a:cubicBezTo>
                    <a:pt x="12" y="19"/>
                    <a:pt x="25" y="6"/>
                    <a:pt x="41" y="6"/>
                  </a:cubicBezTo>
                  <a:cubicBezTo>
                    <a:pt x="168" y="6"/>
                    <a:pt x="168" y="6"/>
                    <a:pt x="168" y="6"/>
                  </a:cubicBezTo>
                  <a:cubicBezTo>
                    <a:pt x="184" y="6"/>
                    <a:pt x="197" y="19"/>
                    <a:pt x="197" y="35"/>
                  </a:cubicBezTo>
                  <a:cubicBezTo>
                    <a:pt x="197" y="425"/>
                    <a:pt x="197" y="425"/>
                    <a:pt x="197" y="425"/>
                  </a:cubicBezTo>
                  <a:cubicBezTo>
                    <a:pt x="209" y="425"/>
                    <a:pt x="209" y="425"/>
                    <a:pt x="209" y="425"/>
                  </a:cubicBezTo>
                  <a:cubicBezTo>
                    <a:pt x="209" y="35"/>
                    <a:pt x="209" y="35"/>
                    <a:pt x="209" y="35"/>
                  </a:cubicBezTo>
                  <a:cubicBezTo>
                    <a:pt x="209" y="20"/>
                    <a:pt x="201" y="7"/>
                    <a:pt x="190" y="0"/>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 name="Google Shape;419;p8"/>
            <p:cNvSpPr/>
            <p:nvPr/>
          </p:nvSpPr>
          <p:spPr>
            <a:xfrm>
              <a:off x="4655666" y="2081978"/>
              <a:ext cx="258459" cy="8969"/>
            </a:xfrm>
            <a:custGeom>
              <a:avLst/>
              <a:gdLst/>
              <a:ahLst/>
              <a:cxnLst/>
              <a:rect l="l" t="t" r="r" b="b"/>
              <a:pathLst>
                <a:path w="170" h="6" extrusionOk="0">
                  <a:moveTo>
                    <a:pt x="148" y="0"/>
                  </a:moveTo>
                  <a:cubicBezTo>
                    <a:pt x="21" y="0"/>
                    <a:pt x="21" y="0"/>
                    <a:pt x="21" y="0"/>
                  </a:cubicBezTo>
                  <a:cubicBezTo>
                    <a:pt x="13" y="0"/>
                    <a:pt x="6" y="2"/>
                    <a:pt x="0" y="6"/>
                  </a:cubicBezTo>
                  <a:cubicBezTo>
                    <a:pt x="170" y="6"/>
                    <a:pt x="170" y="6"/>
                    <a:pt x="170" y="6"/>
                  </a:cubicBezTo>
                  <a:cubicBezTo>
                    <a:pt x="163" y="2"/>
                    <a:pt x="156" y="0"/>
                    <a:pt x="148" y="0"/>
                  </a:cubicBezTo>
                </a:path>
              </a:pathLst>
            </a:custGeom>
            <a:solidFill>
              <a:srgbClr val="B7403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8"/>
            <p:cNvSpPr/>
            <p:nvPr/>
          </p:nvSpPr>
          <p:spPr>
            <a:xfrm>
              <a:off x="3482413" y="2637211"/>
              <a:ext cx="2626979" cy="102730"/>
            </a:xfrm>
            <a:custGeom>
              <a:avLst/>
              <a:gdLst/>
              <a:ahLst/>
              <a:cxnLst/>
              <a:rect l="l" t="t" r="r" b="b"/>
              <a:pathLst>
                <a:path w="1728" h="67" extrusionOk="0">
                  <a:moveTo>
                    <a:pt x="1530" y="0"/>
                  </a:moveTo>
                  <a:cubicBezTo>
                    <a:pt x="0" y="0"/>
                    <a:pt x="0" y="0"/>
                    <a:pt x="0" y="0"/>
                  </a:cubicBezTo>
                  <a:cubicBezTo>
                    <a:pt x="0" y="12"/>
                    <a:pt x="0" y="12"/>
                    <a:pt x="0" y="12"/>
                  </a:cubicBezTo>
                  <a:cubicBezTo>
                    <a:pt x="1530" y="12"/>
                    <a:pt x="1530" y="12"/>
                    <a:pt x="1530" y="12"/>
                  </a:cubicBezTo>
                  <a:cubicBezTo>
                    <a:pt x="1595" y="12"/>
                    <a:pt x="1656" y="31"/>
                    <a:pt x="1707" y="67"/>
                  </a:cubicBezTo>
                  <a:cubicBezTo>
                    <a:pt x="1728" y="67"/>
                    <a:pt x="1728" y="67"/>
                    <a:pt x="1728" y="67"/>
                  </a:cubicBezTo>
                  <a:cubicBezTo>
                    <a:pt x="1672" y="24"/>
                    <a:pt x="1603" y="0"/>
                    <a:pt x="1530"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1" name="Google Shape;421;p8"/>
          <p:cNvGrpSpPr/>
          <p:nvPr/>
        </p:nvGrpSpPr>
        <p:grpSpPr>
          <a:xfrm>
            <a:off x="2" y="4132605"/>
            <a:ext cx="9144002" cy="1032346"/>
            <a:chOff x="2" y="4132605"/>
            <a:chExt cx="9144002" cy="1032346"/>
          </a:xfrm>
        </p:grpSpPr>
        <p:sp>
          <p:nvSpPr>
            <p:cNvPr id="422" name="Google Shape;422;p8"/>
            <p:cNvSpPr/>
            <p:nvPr/>
          </p:nvSpPr>
          <p:spPr>
            <a:xfrm>
              <a:off x="2" y="4132605"/>
              <a:ext cx="9144002" cy="840967"/>
            </a:xfrm>
            <a:custGeom>
              <a:avLst/>
              <a:gdLst/>
              <a:ahLst/>
              <a:cxnLst/>
              <a:rect l="l" t="t" r="r" b="b"/>
              <a:pathLst>
                <a:path w="4160" h="382" extrusionOk="0">
                  <a:moveTo>
                    <a:pt x="3818" y="18"/>
                  </a:moveTo>
                  <a:cubicBezTo>
                    <a:pt x="3845" y="18"/>
                    <a:pt x="3845" y="18"/>
                    <a:pt x="3845" y="18"/>
                  </a:cubicBezTo>
                  <a:cubicBezTo>
                    <a:pt x="3846" y="18"/>
                    <a:pt x="3846" y="18"/>
                    <a:pt x="3846" y="18"/>
                  </a:cubicBezTo>
                  <a:cubicBezTo>
                    <a:pt x="3950" y="39"/>
                    <a:pt x="4055" y="54"/>
                    <a:pt x="4160" y="63"/>
                  </a:cubicBezTo>
                  <a:cubicBezTo>
                    <a:pt x="4160" y="63"/>
                    <a:pt x="4160" y="63"/>
                    <a:pt x="4160" y="63"/>
                  </a:cubicBezTo>
                  <a:cubicBezTo>
                    <a:pt x="4055" y="54"/>
                    <a:pt x="3951" y="38"/>
                    <a:pt x="3847" y="17"/>
                  </a:cubicBezTo>
                  <a:cubicBezTo>
                    <a:pt x="3848" y="17"/>
                    <a:pt x="3849" y="16"/>
                    <a:pt x="3849" y="15"/>
                  </a:cubicBezTo>
                  <a:cubicBezTo>
                    <a:pt x="3849" y="13"/>
                    <a:pt x="3847" y="12"/>
                    <a:pt x="3845" y="12"/>
                  </a:cubicBezTo>
                  <a:cubicBezTo>
                    <a:pt x="3842" y="12"/>
                    <a:pt x="3842" y="12"/>
                    <a:pt x="3842" y="12"/>
                  </a:cubicBezTo>
                  <a:cubicBezTo>
                    <a:pt x="3842" y="11"/>
                    <a:pt x="3842" y="11"/>
                    <a:pt x="3842" y="11"/>
                  </a:cubicBezTo>
                  <a:cubicBezTo>
                    <a:pt x="3842" y="8"/>
                    <a:pt x="3842" y="8"/>
                    <a:pt x="3842" y="8"/>
                  </a:cubicBezTo>
                  <a:cubicBezTo>
                    <a:pt x="3842" y="6"/>
                    <a:pt x="3841" y="5"/>
                    <a:pt x="3839" y="5"/>
                  </a:cubicBezTo>
                  <a:cubicBezTo>
                    <a:pt x="3837" y="5"/>
                    <a:pt x="3836" y="6"/>
                    <a:pt x="3836" y="8"/>
                  </a:cubicBezTo>
                  <a:cubicBezTo>
                    <a:pt x="3836" y="11"/>
                    <a:pt x="3836" y="11"/>
                    <a:pt x="3836" y="11"/>
                  </a:cubicBezTo>
                  <a:cubicBezTo>
                    <a:pt x="3836" y="12"/>
                    <a:pt x="3836" y="12"/>
                    <a:pt x="3836" y="12"/>
                  </a:cubicBezTo>
                  <a:cubicBezTo>
                    <a:pt x="3828" y="12"/>
                    <a:pt x="3828" y="12"/>
                    <a:pt x="3828" y="12"/>
                  </a:cubicBezTo>
                  <a:cubicBezTo>
                    <a:pt x="3828" y="11"/>
                    <a:pt x="3828" y="11"/>
                    <a:pt x="3828" y="11"/>
                  </a:cubicBezTo>
                  <a:cubicBezTo>
                    <a:pt x="3828" y="8"/>
                    <a:pt x="3828" y="8"/>
                    <a:pt x="3828" y="8"/>
                  </a:cubicBezTo>
                  <a:cubicBezTo>
                    <a:pt x="3828" y="6"/>
                    <a:pt x="3827" y="5"/>
                    <a:pt x="3825" y="5"/>
                  </a:cubicBezTo>
                  <a:cubicBezTo>
                    <a:pt x="3824" y="5"/>
                    <a:pt x="3822" y="6"/>
                    <a:pt x="3822" y="8"/>
                  </a:cubicBezTo>
                  <a:cubicBezTo>
                    <a:pt x="3822" y="11"/>
                    <a:pt x="3822" y="11"/>
                    <a:pt x="3822" y="11"/>
                  </a:cubicBezTo>
                  <a:cubicBezTo>
                    <a:pt x="3822" y="12"/>
                    <a:pt x="3822" y="12"/>
                    <a:pt x="3822" y="12"/>
                  </a:cubicBezTo>
                  <a:cubicBezTo>
                    <a:pt x="3805" y="12"/>
                    <a:pt x="3805" y="12"/>
                    <a:pt x="3805" y="12"/>
                  </a:cubicBezTo>
                  <a:cubicBezTo>
                    <a:pt x="3805" y="0"/>
                    <a:pt x="3805" y="0"/>
                    <a:pt x="3805" y="0"/>
                  </a:cubicBezTo>
                  <a:cubicBezTo>
                    <a:pt x="3797" y="0"/>
                    <a:pt x="3797" y="0"/>
                    <a:pt x="3797" y="0"/>
                  </a:cubicBezTo>
                  <a:cubicBezTo>
                    <a:pt x="3797" y="12"/>
                    <a:pt x="3797" y="12"/>
                    <a:pt x="3797" y="12"/>
                  </a:cubicBezTo>
                  <a:cubicBezTo>
                    <a:pt x="3779" y="12"/>
                    <a:pt x="3779" y="12"/>
                    <a:pt x="3779" y="12"/>
                  </a:cubicBezTo>
                  <a:cubicBezTo>
                    <a:pt x="3780" y="11"/>
                    <a:pt x="3780" y="11"/>
                    <a:pt x="3780" y="11"/>
                  </a:cubicBezTo>
                  <a:cubicBezTo>
                    <a:pt x="3780" y="8"/>
                    <a:pt x="3780" y="8"/>
                    <a:pt x="3780" y="8"/>
                  </a:cubicBezTo>
                  <a:cubicBezTo>
                    <a:pt x="3780" y="6"/>
                    <a:pt x="3778" y="5"/>
                    <a:pt x="3776" y="5"/>
                  </a:cubicBezTo>
                  <a:cubicBezTo>
                    <a:pt x="3775" y="5"/>
                    <a:pt x="3773" y="6"/>
                    <a:pt x="3773" y="8"/>
                  </a:cubicBezTo>
                  <a:cubicBezTo>
                    <a:pt x="3773" y="11"/>
                    <a:pt x="3773" y="11"/>
                    <a:pt x="3773" y="11"/>
                  </a:cubicBezTo>
                  <a:cubicBezTo>
                    <a:pt x="3773" y="12"/>
                    <a:pt x="3773" y="12"/>
                    <a:pt x="3773" y="12"/>
                  </a:cubicBezTo>
                  <a:cubicBezTo>
                    <a:pt x="3766" y="12"/>
                    <a:pt x="3766" y="12"/>
                    <a:pt x="3766" y="12"/>
                  </a:cubicBezTo>
                  <a:cubicBezTo>
                    <a:pt x="3766" y="11"/>
                    <a:pt x="3766" y="11"/>
                    <a:pt x="3766" y="11"/>
                  </a:cubicBezTo>
                  <a:cubicBezTo>
                    <a:pt x="3766" y="8"/>
                    <a:pt x="3766" y="8"/>
                    <a:pt x="3766" y="8"/>
                  </a:cubicBezTo>
                  <a:cubicBezTo>
                    <a:pt x="3766" y="6"/>
                    <a:pt x="3765" y="5"/>
                    <a:pt x="3763" y="5"/>
                  </a:cubicBezTo>
                  <a:cubicBezTo>
                    <a:pt x="3761" y="5"/>
                    <a:pt x="3760" y="6"/>
                    <a:pt x="3760" y="8"/>
                  </a:cubicBezTo>
                  <a:cubicBezTo>
                    <a:pt x="3760" y="11"/>
                    <a:pt x="3760" y="11"/>
                    <a:pt x="3760" y="11"/>
                  </a:cubicBezTo>
                  <a:cubicBezTo>
                    <a:pt x="3760" y="12"/>
                    <a:pt x="3760" y="12"/>
                    <a:pt x="3760" y="12"/>
                  </a:cubicBezTo>
                  <a:cubicBezTo>
                    <a:pt x="3756" y="12"/>
                    <a:pt x="3756" y="12"/>
                    <a:pt x="3756" y="12"/>
                  </a:cubicBezTo>
                  <a:cubicBezTo>
                    <a:pt x="3755" y="12"/>
                    <a:pt x="3754" y="12"/>
                    <a:pt x="3753" y="14"/>
                  </a:cubicBezTo>
                  <a:cubicBezTo>
                    <a:pt x="3753" y="13"/>
                    <a:pt x="3753" y="13"/>
                    <a:pt x="3753" y="13"/>
                  </a:cubicBezTo>
                  <a:cubicBezTo>
                    <a:pt x="3753" y="14"/>
                    <a:pt x="3753" y="14"/>
                    <a:pt x="3753" y="14"/>
                  </a:cubicBezTo>
                  <a:cubicBezTo>
                    <a:pt x="3753" y="14"/>
                    <a:pt x="3753" y="14"/>
                    <a:pt x="3753" y="14"/>
                  </a:cubicBezTo>
                  <a:cubicBezTo>
                    <a:pt x="3753" y="15"/>
                    <a:pt x="3753" y="15"/>
                    <a:pt x="3753" y="15"/>
                  </a:cubicBezTo>
                  <a:cubicBezTo>
                    <a:pt x="3753" y="15"/>
                    <a:pt x="3753" y="15"/>
                    <a:pt x="3753" y="15"/>
                  </a:cubicBezTo>
                  <a:cubicBezTo>
                    <a:pt x="3578" y="51"/>
                    <a:pt x="3403" y="71"/>
                    <a:pt x="3227" y="73"/>
                  </a:cubicBezTo>
                  <a:cubicBezTo>
                    <a:pt x="3051" y="71"/>
                    <a:pt x="2876" y="52"/>
                    <a:pt x="2701" y="16"/>
                  </a:cubicBezTo>
                  <a:cubicBezTo>
                    <a:pt x="2701" y="15"/>
                    <a:pt x="2701" y="15"/>
                    <a:pt x="2701" y="15"/>
                  </a:cubicBezTo>
                  <a:cubicBezTo>
                    <a:pt x="2701" y="15"/>
                    <a:pt x="2701" y="15"/>
                    <a:pt x="2701" y="15"/>
                  </a:cubicBezTo>
                  <a:cubicBezTo>
                    <a:pt x="2702" y="14"/>
                    <a:pt x="2702" y="14"/>
                    <a:pt x="2703" y="14"/>
                  </a:cubicBezTo>
                  <a:cubicBezTo>
                    <a:pt x="2703" y="13"/>
                    <a:pt x="2703" y="13"/>
                    <a:pt x="2703" y="13"/>
                  </a:cubicBezTo>
                  <a:cubicBezTo>
                    <a:pt x="2702" y="14"/>
                    <a:pt x="2702" y="14"/>
                    <a:pt x="2701" y="14"/>
                  </a:cubicBezTo>
                  <a:cubicBezTo>
                    <a:pt x="2701" y="13"/>
                    <a:pt x="2699" y="12"/>
                    <a:pt x="2698" y="12"/>
                  </a:cubicBezTo>
                  <a:cubicBezTo>
                    <a:pt x="2694" y="12"/>
                    <a:pt x="2694" y="12"/>
                    <a:pt x="2694" y="12"/>
                  </a:cubicBezTo>
                  <a:cubicBezTo>
                    <a:pt x="2695" y="11"/>
                    <a:pt x="2695" y="11"/>
                    <a:pt x="2695" y="11"/>
                  </a:cubicBezTo>
                  <a:cubicBezTo>
                    <a:pt x="2695" y="8"/>
                    <a:pt x="2695" y="8"/>
                    <a:pt x="2695" y="8"/>
                  </a:cubicBezTo>
                  <a:cubicBezTo>
                    <a:pt x="2695" y="6"/>
                    <a:pt x="2693" y="5"/>
                    <a:pt x="2691" y="5"/>
                  </a:cubicBezTo>
                  <a:cubicBezTo>
                    <a:pt x="2690" y="5"/>
                    <a:pt x="2688" y="6"/>
                    <a:pt x="2688" y="8"/>
                  </a:cubicBezTo>
                  <a:cubicBezTo>
                    <a:pt x="2688" y="11"/>
                    <a:pt x="2688" y="11"/>
                    <a:pt x="2688" y="11"/>
                  </a:cubicBezTo>
                  <a:cubicBezTo>
                    <a:pt x="2688" y="12"/>
                    <a:pt x="2688" y="12"/>
                    <a:pt x="2688" y="12"/>
                  </a:cubicBezTo>
                  <a:cubicBezTo>
                    <a:pt x="2681" y="12"/>
                    <a:pt x="2681" y="12"/>
                    <a:pt x="2681" y="12"/>
                  </a:cubicBezTo>
                  <a:cubicBezTo>
                    <a:pt x="2681" y="11"/>
                    <a:pt x="2681" y="11"/>
                    <a:pt x="2681" y="11"/>
                  </a:cubicBezTo>
                  <a:cubicBezTo>
                    <a:pt x="2681" y="8"/>
                    <a:pt x="2681" y="8"/>
                    <a:pt x="2681" y="8"/>
                  </a:cubicBezTo>
                  <a:cubicBezTo>
                    <a:pt x="2681" y="6"/>
                    <a:pt x="2680" y="5"/>
                    <a:pt x="2678" y="5"/>
                  </a:cubicBezTo>
                  <a:cubicBezTo>
                    <a:pt x="2676" y="5"/>
                    <a:pt x="2675" y="6"/>
                    <a:pt x="2675" y="8"/>
                  </a:cubicBezTo>
                  <a:cubicBezTo>
                    <a:pt x="2675" y="11"/>
                    <a:pt x="2675" y="11"/>
                    <a:pt x="2675" y="11"/>
                  </a:cubicBezTo>
                  <a:cubicBezTo>
                    <a:pt x="2675" y="12"/>
                    <a:pt x="2675" y="12"/>
                    <a:pt x="2675" y="12"/>
                  </a:cubicBezTo>
                  <a:cubicBezTo>
                    <a:pt x="2657" y="12"/>
                    <a:pt x="2657" y="12"/>
                    <a:pt x="2657" y="12"/>
                  </a:cubicBezTo>
                  <a:cubicBezTo>
                    <a:pt x="2657" y="0"/>
                    <a:pt x="2657" y="0"/>
                    <a:pt x="2657" y="0"/>
                  </a:cubicBezTo>
                  <a:cubicBezTo>
                    <a:pt x="2650" y="0"/>
                    <a:pt x="2650" y="0"/>
                    <a:pt x="2650" y="0"/>
                  </a:cubicBezTo>
                  <a:cubicBezTo>
                    <a:pt x="2650" y="12"/>
                    <a:pt x="2650" y="12"/>
                    <a:pt x="2650" y="12"/>
                  </a:cubicBezTo>
                  <a:cubicBezTo>
                    <a:pt x="2632" y="12"/>
                    <a:pt x="2632" y="12"/>
                    <a:pt x="2632" y="12"/>
                  </a:cubicBezTo>
                  <a:cubicBezTo>
                    <a:pt x="2632" y="11"/>
                    <a:pt x="2632" y="11"/>
                    <a:pt x="2632" y="11"/>
                  </a:cubicBezTo>
                  <a:cubicBezTo>
                    <a:pt x="2632" y="8"/>
                    <a:pt x="2632" y="8"/>
                    <a:pt x="2632" y="8"/>
                  </a:cubicBezTo>
                  <a:cubicBezTo>
                    <a:pt x="2632" y="6"/>
                    <a:pt x="2631" y="5"/>
                    <a:pt x="2629" y="5"/>
                  </a:cubicBezTo>
                  <a:cubicBezTo>
                    <a:pt x="2627" y="5"/>
                    <a:pt x="2626" y="6"/>
                    <a:pt x="2626" y="8"/>
                  </a:cubicBezTo>
                  <a:cubicBezTo>
                    <a:pt x="2626" y="11"/>
                    <a:pt x="2626" y="11"/>
                    <a:pt x="2626" y="11"/>
                  </a:cubicBezTo>
                  <a:cubicBezTo>
                    <a:pt x="2626" y="12"/>
                    <a:pt x="2626" y="12"/>
                    <a:pt x="2626" y="12"/>
                  </a:cubicBezTo>
                  <a:cubicBezTo>
                    <a:pt x="2619" y="12"/>
                    <a:pt x="2619" y="12"/>
                    <a:pt x="2619" y="12"/>
                  </a:cubicBezTo>
                  <a:cubicBezTo>
                    <a:pt x="2619" y="11"/>
                    <a:pt x="2619" y="11"/>
                    <a:pt x="2619" y="11"/>
                  </a:cubicBezTo>
                  <a:cubicBezTo>
                    <a:pt x="2619" y="8"/>
                    <a:pt x="2619" y="8"/>
                    <a:pt x="2619" y="8"/>
                  </a:cubicBezTo>
                  <a:cubicBezTo>
                    <a:pt x="2619" y="6"/>
                    <a:pt x="2617" y="5"/>
                    <a:pt x="2616" y="5"/>
                  </a:cubicBezTo>
                  <a:cubicBezTo>
                    <a:pt x="2614" y="5"/>
                    <a:pt x="2612" y="6"/>
                    <a:pt x="2612" y="8"/>
                  </a:cubicBezTo>
                  <a:cubicBezTo>
                    <a:pt x="2612" y="11"/>
                    <a:pt x="2612" y="11"/>
                    <a:pt x="2612" y="11"/>
                  </a:cubicBezTo>
                  <a:cubicBezTo>
                    <a:pt x="2613" y="12"/>
                    <a:pt x="2613" y="12"/>
                    <a:pt x="2613" y="12"/>
                  </a:cubicBezTo>
                  <a:cubicBezTo>
                    <a:pt x="2609" y="12"/>
                    <a:pt x="2609" y="12"/>
                    <a:pt x="2609" y="12"/>
                  </a:cubicBezTo>
                  <a:cubicBezTo>
                    <a:pt x="2607" y="12"/>
                    <a:pt x="2606" y="13"/>
                    <a:pt x="2606" y="15"/>
                  </a:cubicBezTo>
                  <a:cubicBezTo>
                    <a:pt x="2606" y="16"/>
                    <a:pt x="2606" y="17"/>
                    <a:pt x="2607" y="18"/>
                  </a:cubicBezTo>
                  <a:cubicBezTo>
                    <a:pt x="2437" y="52"/>
                    <a:pt x="2265" y="71"/>
                    <a:pt x="2092" y="73"/>
                  </a:cubicBezTo>
                  <a:cubicBezTo>
                    <a:pt x="1916" y="71"/>
                    <a:pt x="1739" y="51"/>
                    <a:pt x="1564" y="15"/>
                  </a:cubicBezTo>
                  <a:cubicBezTo>
                    <a:pt x="1566" y="15"/>
                    <a:pt x="1567" y="14"/>
                    <a:pt x="1569" y="14"/>
                  </a:cubicBezTo>
                  <a:cubicBezTo>
                    <a:pt x="1568" y="13"/>
                    <a:pt x="1568" y="13"/>
                    <a:pt x="1568" y="13"/>
                  </a:cubicBezTo>
                  <a:cubicBezTo>
                    <a:pt x="1566" y="14"/>
                    <a:pt x="1564" y="14"/>
                    <a:pt x="1562" y="15"/>
                  </a:cubicBezTo>
                  <a:cubicBezTo>
                    <a:pt x="1560" y="14"/>
                    <a:pt x="1558" y="14"/>
                    <a:pt x="1556" y="13"/>
                  </a:cubicBezTo>
                  <a:cubicBezTo>
                    <a:pt x="1556" y="14"/>
                    <a:pt x="1556" y="14"/>
                    <a:pt x="1556" y="14"/>
                  </a:cubicBezTo>
                  <a:cubicBezTo>
                    <a:pt x="1558" y="14"/>
                    <a:pt x="1559" y="15"/>
                    <a:pt x="1561" y="15"/>
                  </a:cubicBezTo>
                  <a:cubicBezTo>
                    <a:pt x="1558" y="16"/>
                    <a:pt x="1556" y="16"/>
                    <a:pt x="1553" y="17"/>
                  </a:cubicBezTo>
                  <a:cubicBezTo>
                    <a:pt x="1554" y="16"/>
                    <a:pt x="1554" y="16"/>
                    <a:pt x="1554" y="15"/>
                  </a:cubicBezTo>
                  <a:cubicBezTo>
                    <a:pt x="1554" y="13"/>
                    <a:pt x="1553" y="12"/>
                    <a:pt x="1551" y="12"/>
                  </a:cubicBezTo>
                  <a:cubicBezTo>
                    <a:pt x="1547" y="12"/>
                    <a:pt x="1547" y="12"/>
                    <a:pt x="1547" y="12"/>
                  </a:cubicBezTo>
                  <a:cubicBezTo>
                    <a:pt x="1547" y="11"/>
                    <a:pt x="1547" y="11"/>
                    <a:pt x="1547" y="11"/>
                  </a:cubicBezTo>
                  <a:cubicBezTo>
                    <a:pt x="1547" y="8"/>
                    <a:pt x="1547" y="8"/>
                    <a:pt x="1547" y="8"/>
                  </a:cubicBezTo>
                  <a:cubicBezTo>
                    <a:pt x="1547" y="6"/>
                    <a:pt x="1546" y="5"/>
                    <a:pt x="1544" y="5"/>
                  </a:cubicBezTo>
                  <a:cubicBezTo>
                    <a:pt x="1542" y="5"/>
                    <a:pt x="1541" y="6"/>
                    <a:pt x="1541" y="8"/>
                  </a:cubicBezTo>
                  <a:cubicBezTo>
                    <a:pt x="1541" y="11"/>
                    <a:pt x="1541" y="11"/>
                    <a:pt x="1541" y="11"/>
                  </a:cubicBezTo>
                  <a:cubicBezTo>
                    <a:pt x="1541" y="12"/>
                    <a:pt x="1541" y="12"/>
                    <a:pt x="1541" y="12"/>
                  </a:cubicBezTo>
                  <a:cubicBezTo>
                    <a:pt x="1534" y="12"/>
                    <a:pt x="1534" y="12"/>
                    <a:pt x="1534" y="12"/>
                  </a:cubicBezTo>
                  <a:cubicBezTo>
                    <a:pt x="1534" y="11"/>
                    <a:pt x="1534" y="11"/>
                    <a:pt x="1534" y="11"/>
                  </a:cubicBezTo>
                  <a:cubicBezTo>
                    <a:pt x="1534" y="8"/>
                    <a:pt x="1534" y="8"/>
                    <a:pt x="1534" y="8"/>
                  </a:cubicBezTo>
                  <a:cubicBezTo>
                    <a:pt x="1534" y="6"/>
                    <a:pt x="1532" y="5"/>
                    <a:pt x="1531" y="5"/>
                  </a:cubicBezTo>
                  <a:cubicBezTo>
                    <a:pt x="1529" y="5"/>
                    <a:pt x="1527" y="6"/>
                    <a:pt x="1527" y="8"/>
                  </a:cubicBezTo>
                  <a:cubicBezTo>
                    <a:pt x="1527" y="11"/>
                    <a:pt x="1527" y="11"/>
                    <a:pt x="1527" y="11"/>
                  </a:cubicBezTo>
                  <a:cubicBezTo>
                    <a:pt x="1528" y="12"/>
                    <a:pt x="1528" y="12"/>
                    <a:pt x="1528" y="12"/>
                  </a:cubicBezTo>
                  <a:cubicBezTo>
                    <a:pt x="1510" y="12"/>
                    <a:pt x="1510" y="12"/>
                    <a:pt x="1510" y="12"/>
                  </a:cubicBezTo>
                  <a:cubicBezTo>
                    <a:pt x="1510" y="0"/>
                    <a:pt x="1510" y="0"/>
                    <a:pt x="1510" y="0"/>
                  </a:cubicBezTo>
                  <a:cubicBezTo>
                    <a:pt x="1502" y="0"/>
                    <a:pt x="1502" y="0"/>
                    <a:pt x="1502" y="0"/>
                  </a:cubicBezTo>
                  <a:cubicBezTo>
                    <a:pt x="1502" y="12"/>
                    <a:pt x="1502" y="12"/>
                    <a:pt x="1502" y="12"/>
                  </a:cubicBezTo>
                  <a:cubicBezTo>
                    <a:pt x="1485" y="12"/>
                    <a:pt x="1485" y="12"/>
                    <a:pt x="1485" y="12"/>
                  </a:cubicBezTo>
                  <a:cubicBezTo>
                    <a:pt x="1485" y="11"/>
                    <a:pt x="1485" y="11"/>
                    <a:pt x="1485" y="11"/>
                  </a:cubicBezTo>
                  <a:cubicBezTo>
                    <a:pt x="1485" y="8"/>
                    <a:pt x="1485" y="8"/>
                    <a:pt x="1485" y="8"/>
                  </a:cubicBezTo>
                  <a:cubicBezTo>
                    <a:pt x="1485" y="6"/>
                    <a:pt x="1483" y="5"/>
                    <a:pt x="1482" y="5"/>
                  </a:cubicBezTo>
                  <a:cubicBezTo>
                    <a:pt x="1480" y="5"/>
                    <a:pt x="1479" y="6"/>
                    <a:pt x="1479" y="8"/>
                  </a:cubicBezTo>
                  <a:cubicBezTo>
                    <a:pt x="1479" y="11"/>
                    <a:pt x="1479" y="11"/>
                    <a:pt x="1479" y="11"/>
                  </a:cubicBezTo>
                  <a:cubicBezTo>
                    <a:pt x="1479" y="12"/>
                    <a:pt x="1479" y="12"/>
                    <a:pt x="1479" y="12"/>
                  </a:cubicBezTo>
                  <a:cubicBezTo>
                    <a:pt x="1471" y="12"/>
                    <a:pt x="1471" y="12"/>
                    <a:pt x="1471" y="12"/>
                  </a:cubicBezTo>
                  <a:cubicBezTo>
                    <a:pt x="1471" y="11"/>
                    <a:pt x="1471" y="11"/>
                    <a:pt x="1471" y="11"/>
                  </a:cubicBezTo>
                  <a:cubicBezTo>
                    <a:pt x="1471" y="8"/>
                    <a:pt x="1471" y="8"/>
                    <a:pt x="1471" y="8"/>
                  </a:cubicBezTo>
                  <a:cubicBezTo>
                    <a:pt x="1471" y="6"/>
                    <a:pt x="1470" y="5"/>
                    <a:pt x="1468" y="5"/>
                  </a:cubicBezTo>
                  <a:cubicBezTo>
                    <a:pt x="1467" y="5"/>
                    <a:pt x="1465" y="6"/>
                    <a:pt x="1465" y="8"/>
                  </a:cubicBezTo>
                  <a:cubicBezTo>
                    <a:pt x="1465" y="11"/>
                    <a:pt x="1465" y="11"/>
                    <a:pt x="1465" y="11"/>
                  </a:cubicBezTo>
                  <a:cubicBezTo>
                    <a:pt x="1465" y="12"/>
                    <a:pt x="1465" y="12"/>
                    <a:pt x="1465" y="12"/>
                  </a:cubicBezTo>
                  <a:cubicBezTo>
                    <a:pt x="1462" y="12"/>
                    <a:pt x="1462" y="12"/>
                    <a:pt x="1462" y="12"/>
                  </a:cubicBezTo>
                  <a:cubicBezTo>
                    <a:pt x="1460" y="12"/>
                    <a:pt x="1458" y="13"/>
                    <a:pt x="1458" y="15"/>
                  </a:cubicBezTo>
                  <a:cubicBezTo>
                    <a:pt x="1458" y="17"/>
                    <a:pt x="1460" y="18"/>
                    <a:pt x="1462" y="18"/>
                  </a:cubicBezTo>
                  <a:cubicBezTo>
                    <a:pt x="1471" y="18"/>
                    <a:pt x="1471" y="18"/>
                    <a:pt x="1471" y="18"/>
                  </a:cubicBezTo>
                  <a:cubicBezTo>
                    <a:pt x="1301" y="52"/>
                    <a:pt x="1130" y="71"/>
                    <a:pt x="958" y="73"/>
                  </a:cubicBezTo>
                  <a:cubicBezTo>
                    <a:pt x="782" y="71"/>
                    <a:pt x="605" y="51"/>
                    <a:pt x="430" y="15"/>
                  </a:cubicBezTo>
                  <a:cubicBezTo>
                    <a:pt x="431" y="15"/>
                    <a:pt x="433" y="14"/>
                    <a:pt x="434" y="14"/>
                  </a:cubicBezTo>
                  <a:cubicBezTo>
                    <a:pt x="434" y="13"/>
                    <a:pt x="434" y="13"/>
                    <a:pt x="434" y="13"/>
                  </a:cubicBezTo>
                  <a:cubicBezTo>
                    <a:pt x="432" y="14"/>
                    <a:pt x="430" y="14"/>
                    <a:pt x="428" y="15"/>
                  </a:cubicBezTo>
                  <a:cubicBezTo>
                    <a:pt x="426" y="14"/>
                    <a:pt x="424" y="14"/>
                    <a:pt x="422" y="13"/>
                  </a:cubicBezTo>
                  <a:cubicBezTo>
                    <a:pt x="422" y="14"/>
                    <a:pt x="422" y="14"/>
                    <a:pt x="422" y="14"/>
                  </a:cubicBezTo>
                  <a:cubicBezTo>
                    <a:pt x="423" y="14"/>
                    <a:pt x="425" y="15"/>
                    <a:pt x="426" y="15"/>
                  </a:cubicBezTo>
                  <a:cubicBezTo>
                    <a:pt x="414" y="18"/>
                    <a:pt x="403" y="20"/>
                    <a:pt x="391" y="22"/>
                  </a:cubicBezTo>
                  <a:cubicBezTo>
                    <a:pt x="384" y="21"/>
                    <a:pt x="377" y="19"/>
                    <a:pt x="370" y="18"/>
                  </a:cubicBezTo>
                  <a:cubicBezTo>
                    <a:pt x="403" y="18"/>
                    <a:pt x="403" y="18"/>
                    <a:pt x="403" y="18"/>
                  </a:cubicBezTo>
                  <a:cubicBezTo>
                    <a:pt x="405" y="18"/>
                    <a:pt x="407" y="17"/>
                    <a:pt x="407" y="15"/>
                  </a:cubicBezTo>
                  <a:cubicBezTo>
                    <a:pt x="407" y="13"/>
                    <a:pt x="405" y="12"/>
                    <a:pt x="403" y="12"/>
                  </a:cubicBezTo>
                  <a:cubicBezTo>
                    <a:pt x="400" y="12"/>
                    <a:pt x="400" y="12"/>
                    <a:pt x="400" y="12"/>
                  </a:cubicBezTo>
                  <a:cubicBezTo>
                    <a:pt x="400" y="11"/>
                    <a:pt x="400" y="11"/>
                    <a:pt x="400" y="11"/>
                  </a:cubicBezTo>
                  <a:cubicBezTo>
                    <a:pt x="400" y="8"/>
                    <a:pt x="400" y="8"/>
                    <a:pt x="400" y="8"/>
                  </a:cubicBezTo>
                  <a:cubicBezTo>
                    <a:pt x="400" y="6"/>
                    <a:pt x="398" y="5"/>
                    <a:pt x="397" y="5"/>
                  </a:cubicBezTo>
                  <a:cubicBezTo>
                    <a:pt x="395" y="5"/>
                    <a:pt x="394" y="6"/>
                    <a:pt x="394" y="8"/>
                  </a:cubicBezTo>
                  <a:cubicBezTo>
                    <a:pt x="394" y="11"/>
                    <a:pt x="394" y="11"/>
                    <a:pt x="394" y="11"/>
                  </a:cubicBezTo>
                  <a:cubicBezTo>
                    <a:pt x="394" y="12"/>
                    <a:pt x="394" y="12"/>
                    <a:pt x="394" y="12"/>
                  </a:cubicBezTo>
                  <a:cubicBezTo>
                    <a:pt x="386" y="12"/>
                    <a:pt x="386" y="12"/>
                    <a:pt x="386" y="12"/>
                  </a:cubicBezTo>
                  <a:cubicBezTo>
                    <a:pt x="386" y="11"/>
                    <a:pt x="386" y="11"/>
                    <a:pt x="386" y="11"/>
                  </a:cubicBezTo>
                  <a:cubicBezTo>
                    <a:pt x="386" y="8"/>
                    <a:pt x="386" y="8"/>
                    <a:pt x="386" y="8"/>
                  </a:cubicBezTo>
                  <a:cubicBezTo>
                    <a:pt x="386" y="6"/>
                    <a:pt x="385" y="5"/>
                    <a:pt x="383" y="5"/>
                  </a:cubicBezTo>
                  <a:cubicBezTo>
                    <a:pt x="382" y="5"/>
                    <a:pt x="380" y="6"/>
                    <a:pt x="380" y="8"/>
                  </a:cubicBezTo>
                  <a:cubicBezTo>
                    <a:pt x="380" y="11"/>
                    <a:pt x="380" y="11"/>
                    <a:pt x="380" y="11"/>
                  </a:cubicBezTo>
                  <a:cubicBezTo>
                    <a:pt x="380" y="12"/>
                    <a:pt x="380" y="12"/>
                    <a:pt x="380" y="12"/>
                  </a:cubicBezTo>
                  <a:cubicBezTo>
                    <a:pt x="363" y="12"/>
                    <a:pt x="363" y="12"/>
                    <a:pt x="363" y="12"/>
                  </a:cubicBezTo>
                  <a:cubicBezTo>
                    <a:pt x="363" y="0"/>
                    <a:pt x="363" y="0"/>
                    <a:pt x="363" y="0"/>
                  </a:cubicBezTo>
                  <a:cubicBezTo>
                    <a:pt x="355" y="0"/>
                    <a:pt x="355" y="0"/>
                    <a:pt x="355" y="0"/>
                  </a:cubicBezTo>
                  <a:cubicBezTo>
                    <a:pt x="355" y="12"/>
                    <a:pt x="355" y="12"/>
                    <a:pt x="355" y="12"/>
                  </a:cubicBezTo>
                  <a:cubicBezTo>
                    <a:pt x="337" y="12"/>
                    <a:pt x="337" y="12"/>
                    <a:pt x="337" y="12"/>
                  </a:cubicBezTo>
                  <a:cubicBezTo>
                    <a:pt x="337" y="11"/>
                    <a:pt x="337" y="11"/>
                    <a:pt x="337" y="11"/>
                  </a:cubicBezTo>
                  <a:cubicBezTo>
                    <a:pt x="337" y="8"/>
                    <a:pt x="337" y="8"/>
                    <a:pt x="337" y="8"/>
                  </a:cubicBezTo>
                  <a:cubicBezTo>
                    <a:pt x="337" y="6"/>
                    <a:pt x="336" y="5"/>
                    <a:pt x="334" y="5"/>
                  </a:cubicBezTo>
                  <a:cubicBezTo>
                    <a:pt x="333" y="5"/>
                    <a:pt x="331" y="6"/>
                    <a:pt x="331" y="8"/>
                  </a:cubicBezTo>
                  <a:cubicBezTo>
                    <a:pt x="331" y="11"/>
                    <a:pt x="331" y="11"/>
                    <a:pt x="331" y="11"/>
                  </a:cubicBezTo>
                  <a:cubicBezTo>
                    <a:pt x="331" y="12"/>
                    <a:pt x="331" y="12"/>
                    <a:pt x="331" y="12"/>
                  </a:cubicBezTo>
                  <a:cubicBezTo>
                    <a:pt x="324" y="12"/>
                    <a:pt x="324" y="12"/>
                    <a:pt x="324" y="12"/>
                  </a:cubicBezTo>
                  <a:cubicBezTo>
                    <a:pt x="324" y="11"/>
                    <a:pt x="324" y="11"/>
                    <a:pt x="324" y="11"/>
                  </a:cubicBezTo>
                  <a:cubicBezTo>
                    <a:pt x="324" y="8"/>
                    <a:pt x="324" y="8"/>
                    <a:pt x="324" y="8"/>
                  </a:cubicBezTo>
                  <a:cubicBezTo>
                    <a:pt x="324" y="6"/>
                    <a:pt x="323" y="5"/>
                    <a:pt x="321" y="5"/>
                  </a:cubicBezTo>
                  <a:cubicBezTo>
                    <a:pt x="319" y="5"/>
                    <a:pt x="318" y="6"/>
                    <a:pt x="318" y="8"/>
                  </a:cubicBezTo>
                  <a:cubicBezTo>
                    <a:pt x="318" y="11"/>
                    <a:pt x="318" y="11"/>
                    <a:pt x="318" y="11"/>
                  </a:cubicBezTo>
                  <a:cubicBezTo>
                    <a:pt x="318" y="12"/>
                    <a:pt x="318" y="12"/>
                    <a:pt x="318" y="12"/>
                  </a:cubicBezTo>
                  <a:cubicBezTo>
                    <a:pt x="314" y="12"/>
                    <a:pt x="314" y="12"/>
                    <a:pt x="314" y="12"/>
                  </a:cubicBezTo>
                  <a:cubicBezTo>
                    <a:pt x="312" y="12"/>
                    <a:pt x="311" y="13"/>
                    <a:pt x="311" y="15"/>
                  </a:cubicBezTo>
                  <a:cubicBezTo>
                    <a:pt x="311" y="17"/>
                    <a:pt x="312" y="18"/>
                    <a:pt x="314" y="18"/>
                  </a:cubicBezTo>
                  <a:cubicBezTo>
                    <a:pt x="337" y="18"/>
                    <a:pt x="337" y="18"/>
                    <a:pt x="337" y="18"/>
                  </a:cubicBezTo>
                  <a:cubicBezTo>
                    <a:pt x="225" y="41"/>
                    <a:pt x="112" y="56"/>
                    <a:pt x="0" y="65"/>
                  </a:cubicBezTo>
                  <a:cubicBezTo>
                    <a:pt x="0" y="66"/>
                    <a:pt x="0" y="66"/>
                    <a:pt x="0" y="66"/>
                  </a:cubicBezTo>
                  <a:cubicBezTo>
                    <a:pt x="114" y="57"/>
                    <a:pt x="227" y="41"/>
                    <a:pt x="340" y="18"/>
                  </a:cubicBezTo>
                  <a:cubicBezTo>
                    <a:pt x="355" y="18"/>
                    <a:pt x="355" y="18"/>
                    <a:pt x="355" y="18"/>
                  </a:cubicBezTo>
                  <a:cubicBezTo>
                    <a:pt x="355" y="29"/>
                    <a:pt x="355" y="29"/>
                    <a:pt x="355" y="29"/>
                  </a:cubicBezTo>
                  <a:cubicBezTo>
                    <a:pt x="237" y="50"/>
                    <a:pt x="118" y="64"/>
                    <a:pt x="0" y="70"/>
                  </a:cubicBezTo>
                  <a:cubicBezTo>
                    <a:pt x="0" y="71"/>
                    <a:pt x="0" y="71"/>
                    <a:pt x="0" y="71"/>
                  </a:cubicBezTo>
                  <a:cubicBezTo>
                    <a:pt x="118" y="65"/>
                    <a:pt x="237" y="51"/>
                    <a:pt x="355" y="29"/>
                  </a:cubicBezTo>
                  <a:cubicBezTo>
                    <a:pt x="355" y="382"/>
                    <a:pt x="355" y="382"/>
                    <a:pt x="355" y="382"/>
                  </a:cubicBezTo>
                  <a:cubicBezTo>
                    <a:pt x="363" y="382"/>
                    <a:pt x="363" y="382"/>
                    <a:pt x="363" y="382"/>
                  </a:cubicBezTo>
                  <a:cubicBezTo>
                    <a:pt x="363" y="28"/>
                    <a:pt x="363" y="28"/>
                    <a:pt x="363" y="28"/>
                  </a:cubicBezTo>
                  <a:cubicBezTo>
                    <a:pt x="372" y="26"/>
                    <a:pt x="381" y="25"/>
                    <a:pt x="391" y="23"/>
                  </a:cubicBezTo>
                  <a:cubicBezTo>
                    <a:pt x="567" y="57"/>
                    <a:pt x="745" y="74"/>
                    <a:pt x="921" y="74"/>
                  </a:cubicBezTo>
                  <a:cubicBezTo>
                    <a:pt x="933" y="74"/>
                    <a:pt x="946" y="74"/>
                    <a:pt x="958" y="74"/>
                  </a:cubicBezTo>
                  <a:cubicBezTo>
                    <a:pt x="970" y="74"/>
                    <a:pt x="983" y="74"/>
                    <a:pt x="995" y="74"/>
                  </a:cubicBezTo>
                  <a:cubicBezTo>
                    <a:pt x="1164" y="74"/>
                    <a:pt x="1334" y="58"/>
                    <a:pt x="1502" y="27"/>
                  </a:cubicBezTo>
                  <a:cubicBezTo>
                    <a:pt x="1502" y="382"/>
                    <a:pt x="1502" y="382"/>
                    <a:pt x="1502" y="382"/>
                  </a:cubicBezTo>
                  <a:cubicBezTo>
                    <a:pt x="1510" y="382"/>
                    <a:pt x="1510" y="382"/>
                    <a:pt x="1510" y="382"/>
                  </a:cubicBezTo>
                  <a:cubicBezTo>
                    <a:pt x="1510" y="26"/>
                    <a:pt x="1510" y="26"/>
                    <a:pt x="1510" y="26"/>
                  </a:cubicBezTo>
                  <a:cubicBezTo>
                    <a:pt x="1515" y="25"/>
                    <a:pt x="1520" y="24"/>
                    <a:pt x="1525" y="23"/>
                  </a:cubicBezTo>
                  <a:cubicBezTo>
                    <a:pt x="1701" y="57"/>
                    <a:pt x="1879" y="74"/>
                    <a:pt x="2055" y="74"/>
                  </a:cubicBezTo>
                  <a:cubicBezTo>
                    <a:pt x="2068" y="74"/>
                    <a:pt x="2080" y="74"/>
                    <a:pt x="2092" y="74"/>
                  </a:cubicBezTo>
                  <a:cubicBezTo>
                    <a:pt x="2105" y="74"/>
                    <a:pt x="2117" y="74"/>
                    <a:pt x="2130" y="74"/>
                  </a:cubicBezTo>
                  <a:cubicBezTo>
                    <a:pt x="2302" y="74"/>
                    <a:pt x="2477" y="57"/>
                    <a:pt x="2650" y="25"/>
                  </a:cubicBezTo>
                  <a:cubicBezTo>
                    <a:pt x="2650" y="382"/>
                    <a:pt x="2650" y="382"/>
                    <a:pt x="2650" y="382"/>
                  </a:cubicBezTo>
                  <a:cubicBezTo>
                    <a:pt x="2657" y="382"/>
                    <a:pt x="2657" y="382"/>
                    <a:pt x="2657" y="382"/>
                  </a:cubicBezTo>
                  <a:cubicBezTo>
                    <a:pt x="2657" y="23"/>
                    <a:pt x="2657" y="23"/>
                    <a:pt x="2657" y="23"/>
                  </a:cubicBezTo>
                  <a:cubicBezTo>
                    <a:pt x="2658" y="23"/>
                    <a:pt x="2659" y="23"/>
                    <a:pt x="2660" y="23"/>
                  </a:cubicBezTo>
                  <a:cubicBezTo>
                    <a:pt x="2835" y="57"/>
                    <a:pt x="3013" y="74"/>
                    <a:pt x="3190" y="74"/>
                  </a:cubicBezTo>
                  <a:cubicBezTo>
                    <a:pt x="3202" y="74"/>
                    <a:pt x="3214" y="74"/>
                    <a:pt x="3227" y="74"/>
                  </a:cubicBezTo>
                  <a:cubicBezTo>
                    <a:pt x="3239" y="74"/>
                    <a:pt x="3252" y="74"/>
                    <a:pt x="3264" y="74"/>
                  </a:cubicBezTo>
                  <a:cubicBezTo>
                    <a:pt x="3441" y="74"/>
                    <a:pt x="3619" y="57"/>
                    <a:pt x="3795" y="23"/>
                  </a:cubicBezTo>
                  <a:cubicBezTo>
                    <a:pt x="3796" y="23"/>
                    <a:pt x="3796" y="23"/>
                    <a:pt x="3797" y="23"/>
                  </a:cubicBezTo>
                  <a:cubicBezTo>
                    <a:pt x="3797" y="382"/>
                    <a:pt x="3797" y="382"/>
                    <a:pt x="3797" y="382"/>
                  </a:cubicBezTo>
                  <a:cubicBezTo>
                    <a:pt x="3805" y="382"/>
                    <a:pt x="3805" y="382"/>
                    <a:pt x="3805" y="382"/>
                  </a:cubicBezTo>
                  <a:cubicBezTo>
                    <a:pt x="3805" y="24"/>
                    <a:pt x="3805" y="24"/>
                    <a:pt x="3805" y="24"/>
                  </a:cubicBezTo>
                  <a:cubicBezTo>
                    <a:pt x="3922" y="47"/>
                    <a:pt x="4041" y="62"/>
                    <a:pt x="4160" y="69"/>
                  </a:cubicBezTo>
                  <a:cubicBezTo>
                    <a:pt x="4160" y="68"/>
                    <a:pt x="4160" y="68"/>
                    <a:pt x="4160" y="68"/>
                  </a:cubicBezTo>
                  <a:cubicBezTo>
                    <a:pt x="4041" y="61"/>
                    <a:pt x="3923" y="46"/>
                    <a:pt x="3805" y="24"/>
                  </a:cubicBezTo>
                  <a:cubicBezTo>
                    <a:pt x="3805" y="21"/>
                    <a:pt x="3805" y="21"/>
                    <a:pt x="3805" y="21"/>
                  </a:cubicBezTo>
                  <a:cubicBezTo>
                    <a:pt x="3809" y="20"/>
                    <a:pt x="3813" y="19"/>
                    <a:pt x="3818" y="18"/>
                  </a:cubicBezTo>
                  <a:close/>
                  <a:moveTo>
                    <a:pt x="363" y="27"/>
                  </a:moveTo>
                  <a:cubicBezTo>
                    <a:pt x="363" y="18"/>
                    <a:pt x="363" y="18"/>
                    <a:pt x="363" y="18"/>
                  </a:cubicBezTo>
                  <a:cubicBezTo>
                    <a:pt x="367" y="18"/>
                    <a:pt x="367" y="18"/>
                    <a:pt x="367" y="18"/>
                  </a:cubicBezTo>
                  <a:cubicBezTo>
                    <a:pt x="374" y="20"/>
                    <a:pt x="382" y="21"/>
                    <a:pt x="389" y="23"/>
                  </a:cubicBezTo>
                  <a:cubicBezTo>
                    <a:pt x="380" y="24"/>
                    <a:pt x="371" y="26"/>
                    <a:pt x="363" y="27"/>
                  </a:cubicBezTo>
                  <a:close/>
                  <a:moveTo>
                    <a:pt x="393" y="23"/>
                  </a:moveTo>
                  <a:cubicBezTo>
                    <a:pt x="404" y="20"/>
                    <a:pt x="416" y="18"/>
                    <a:pt x="428" y="15"/>
                  </a:cubicBezTo>
                  <a:cubicBezTo>
                    <a:pt x="593" y="50"/>
                    <a:pt x="761" y="69"/>
                    <a:pt x="927" y="73"/>
                  </a:cubicBezTo>
                  <a:cubicBezTo>
                    <a:pt x="749" y="74"/>
                    <a:pt x="570" y="57"/>
                    <a:pt x="393" y="23"/>
                  </a:cubicBezTo>
                  <a:close/>
                  <a:moveTo>
                    <a:pt x="989" y="73"/>
                  </a:moveTo>
                  <a:cubicBezTo>
                    <a:pt x="1151" y="69"/>
                    <a:pt x="1314" y="51"/>
                    <a:pt x="1475" y="18"/>
                  </a:cubicBezTo>
                  <a:cubicBezTo>
                    <a:pt x="1501" y="18"/>
                    <a:pt x="1501" y="18"/>
                    <a:pt x="1501" y="18"/>
                  </a:cubicBezTo>
                  <a:cubicBezTo>
                    <a:pt x="1502" y="18"/>
                    <a:pt x="1502" y="18"/>
                    <a:pt x="1502" y="18"/>
                  </a:cubicBezTo>
                  <a:cubicBezTo>
                    <a:pt x="1502" y="26"/>
                    <a:pt x="1502" y="26"/>
                    <a:pt x="1502" y="26"/>
                  </a:cubicBezTo>
                  <a:cubicBezTo>
                    <a:pt x="1332" y="58"/>
                    <a:pt x="1160" y="74"/>
                    <a:pt x="989" y="73"/>
                  </a:cubicBezTo>
                  <a:close/>
                  <a:moveTo>
                    <a:pt x="1510" y="25"/>
                  </a:moveTo>
                  <a:cubicBezTo>
                    <a:pt x="1510" y="20"/>
                    <a:pt x="1510" y="20"/>
                    <a:pt x="1510" y="20"/>
                  </a:cubicBezTo>
                  <a:cubicBezTo>
                    <a:pt x="1514" y="21"/>
                    <a:pt x="1519" y="22"/>
                    <a:pt x="1523" y="23"/>
                  </a:cubicBezTo>
                  <a:cubicBezTo>
                    <a:pt x="1519" y="23"/>
                    <a:pt x="1514" y="24"/>
                    <a:pt x="1510" y="25"/>
                  </a:cubicBezTo>
                  <a:close/>
                  <a:moveTo>
                    <a:pt x="1510" y="19"/>
                  </a:moveTo>
                  <a:cubicBezTo>
                    <a:pt x="1510" y="18"/>
                    <a:pt x="1510" y="18"/>
                    <a:pt x="1510" y="18"/>
                  </a:cubicBezTo>
                  <a:cubicBezTo>
                    <a:pt x="1546" y="18"/>
                    <a:pt x="1546" y="18"/>
                    <a:pt x="1546" y="18"/>
                  </a:cubicBezTo>
                  <a:cubicBezTo>
                    <a:pt x="1539" y="19"/>
                    <a:pt x="1532" y="21"/>
                    <a:pt x="1525" y="22"/>
                  </a:cubicBezTo>
                  <a:cubicBezTo>
                    <a:pt x="1520" y="21"/>
                    <a:pt x="1515" y="20"/>
                    <a:pt x="1510" y="19"/>
                  </a:cubicBezTo>
                  <a:close/>
                  <a:moveTo>
                    <a:pt x="1527" y="23"/>
                  </a:moveTo>
                  <a:cubicBezTo>
                    <a:pt x="1534" y="21"/>
                    <a:pt x="1542" y="20"/>
                    <a:pt x="1549" y="18"/>
                  </a:cubicBezTo>
                  <a:cubicBezTo>
                    <a:pt x="1551" y="18"/>
                    <a:pt x="1551" y="18"/>
                    <a:pt x="1551" y="18"/>
                  </a:cubicBezTo>
                  <a:cubicBezTo>
                    <a:pt x="1551" y="18"/>
                    <a:pt x="1552" y="18"/>
                    <a:pt x="1553" y="17"/>
                  </a:cubicBezTo>
                  <a:cubicBezTo>
                    <a:pt x="1556" y="17"/>
                    <a:pt x="1559" y="16"/>
                    <a:pt x="1562" y="15"/>
                  </a:cubicBezTo>
                  <a:cubicBezTo>
                    <a:pt x="1728" y="50"/>
                    <a:pt x="1895" y="69"/>
                    <a:pt x="2062" y="73"/>
                  </a:cubicBezTo>
                  <a:cubicBezTo>
                    <a:pt x="1883" y="74"/>
                    <a:pt x="1705" y="57"/>
                    <a:pt x="1527" y="23"/>
                  </a:cubicBezTo>
                  <a:close/>
                  <a:moveTo>
                    <a:pt x="2650" y="20"/>
                  </a:moveTo>
                  <a:cubicBezTo>
                    <a:pt x="2646" y="20"/>
                    <a:pt x="2643" y="19"/>
                    <a:pt x="2639" y="18"/>
                  </a:cubicBezTo>
                  <a:cubicBezTo>
                    <a:pt x="2650" y="18"/>
                    <a:pt x="2650" y="18"/>
                    <a:pt x="2650" y="18"/>
                  </a:cubicBezTo>
                  <a:lnTo>
                    <a:pt x="2650" y="20"/>
                  </a:lnTo>
                  <a:close/>
                  <a:moveTo>
                    <a:pt x="2123" y="73"/>
                  </a:moveTo>
                  <a:cubicBezTo>
                    <a:pt x="2285" y="69"/>
                    <a:pt x="2448" y="51"/>
                    <a:pt x="2609" y="18"/>
                  </a:cubicBezTo>
                  <a:cubicBezTo>
                    <a:pt x="2636" y="18"/>
                    <a:pt x="2636" y="18"/>
                    <a:pt x="2636" y="18"/>
                  </a:cubicBezTo>
                  <a:cubicBezTo>
                    <a:pt x="2640" y="19"/>
                    <a:pt x="2645" y="20"/>
                    <a:pt x="2650" y="21"/>
                  </a:cubicBezTo>
                  <a:cubicBezTo>
                    <a:pt x="2650" y="24"/>
                    <a:pt x="2650" y="24"/>
                    <a:pt x="2650" y="24"/>
                  </a:cubicBezTo>
                  <a:cubicBezTo>
                    <a:pt x="2475" y="57"/>
                    <a:pt x="2299" y="74"/>
                    <a:pt x="2123" y="73"/>
                  </a:cubicBezTo>
                  <a:close/>
                  <a:moveTo>
                    <a:pt x="2657" y="23"/>
                  </a:moveTo>
                  <a:cubicBezTo>
                    <a:pt x="2657" y="22"/>
                    <a:pt x="2657" y="22"/>
                    <a:pt x="2657" y="22"/>
                  </a:cubicBezTo>
                  <a:cubicBezTo>
                    <a:pt x="2658" y="23"/>
                    <a:pt x="2658" y="23"/>
                    <a:pt x="2658" y="23"/>
                  </a:cubicBezTo>
                  <a:lnTo>
                    <a:pt x="2657" y="23"/>
                  </a:lnTo>
                  <a:close/>
                  <a:moveTo>
                    <a:pt x="2657" y="22"/>
                  </a:moveTo>
                  <a:cubicBezTo>
                    <a:pt x="2657" y="18"/>
                    <a:pt x="2657" y="18"/>
                    <a:pt x="2657" y="18"/>
                  </a:cubicBezTo>
                  <a:cubicBezTo>
                    <a:pt x="2680" y="18"/>
                    <a:pt x="2680" y="18"/>
                    <a:pt x="2680" y="18"/>
                  </a:cubicBezTo>
                  <a:cubicBezTo>
                    <a:pt x="2673" y="19"/>
                    <a:pt x="2666" y="21"/>
                    <a:pt x="2660" y="22"/>
                  </a:cubicBezTo>
                  <a:cubicBezTo>
                    <a:pt x="2659" y="22"/>
                    <a:pt x="2658" y="22"/>
                    <a:pt x="2657" y="22"/>
                  </a:cubicBezTo>
                  <a:close/>
                  <a:moveTo>
                    <a:pt x="2661" y="23"/>
                  </a:moveTo>
                  <a:cubicBezTo>
                    <a:pt x="2669" y="21"/>
                    <a:pt x="2676" y="20"/>
                    <a:pt x="2684" y="18"/>
                  </a:cubicBezTo>
                  <a:cubicBezTo>
                    <a:pt x="2698" y="18"/>
                    <a:pt x="2698" y="18"/>
                    <a:pt x="2698" y="18"/>
                  </a:cubicBezTo>
                  <a:cubicBezTo>
                    <a:pt x="2699" y="18"/>
                    <a:pt x="2700" y="17"/>
                    <a:pt x="2701" y="16"/>
                  </a:cubicBezTo>
                  <a:cubicBezTo>
                    <a:pt x="2865" y="50"/>
                    <a:pt x="3031" y="69"/>
                    <a:pt x="3196" y="73"/>
                  </a:cubicBezTo>
                  <a:cubicBezTo>
                    <a:pt x="3018" y="74"/>
                    <a:pt x="2839" y="57"/>
                    <a:pt x="2661" y="23"/>
                  </a:cubicBezTo>
                  <a:close/>
                  <a:moveTo>
                    <a:pt x="3814" y="18"/>
                  </a:moveTo>
                  <a:cubicBezTo>
                    <a:pt x="3811" y="19"/>
                    <a:pt x="3808" y="19"/>
                    <a:pt x="3805" y="20"/>
                  </a:cubicBezTo>
                  <a:cubicBezTo>
                    <a:pt x="3805" y="18"/>
                    <a:pt x="3805" y="18"/>
                    <a:pt x="3805" y="18"/>
                  </a:cubicBezTo>
                  <a:lnTo>
                    <a:pt x="3814" y="18"/>
                  </a:lnTo>
                  <a:close/>
                  <a:moveTo>
                    <a:pt x="3258" y="73"/>
                  </a:moveTo>
                  <a:cubicBezTo>
                    <a:pt x="3423" y="69"/>
                    <a:pt x="3589" y="50"/>
                    <a:pt x="3753" y="16"/>
                  </a:cubicBezTo>
                  <a:cubicBezTo>
                    <a:pt x="3754" y="17"/>
                    <a:pt x="3755" y="18"/>
                    <a:pt x="3756" y="18"/>
                  </a:cubicBezTo>
                  <a:cubicBezTo>
                    <a:pt x="3773" y="18"/>
                    <a:pt x="3773" y="18"/>
                    <a:pt x="3773" y="18"/>
                  </a:cubicBezTo>
                  <a:cubicBezTo>
                    <a:pt x="3779" y="20"/>
                    <a:pt x="3786" y="21"/>
                    <a:pt x="3793" y="22"/>
                  </a:cubicBezTo>
                  <a:cubicBezTo>
                    <a:pt x="3615" y="57"/>
                    <a:pt x="3437" y="74"/>
                    <a:pt x="3258" y="73"/>
                  </a:cubicBezTo>
                  <a:close/>
                  <a:moveTo>
                    <a:pt x="3776" y="18"/>
                  </a:moveTo>
                  <a:cubicBezTo>
                    <a:pt x="3797" y="18"/>
                    <a:pt x="3797" y="18"/>
                    <a:pt x="3797" y="18"/>
                  </a:cubicBezTo>
                  <a:cubicBezTo>
                    <a:pt x="3797" y="22"/>
                    <a:pt x="3797" y="22"/>
                    <a:pt x="3797" y="22"/>
                  </a:cubicBezTo>
                  <a:cubicBezTo>
                    <a:pt x="3796" y="22"/>
                    <a:pt x="3796" y="22"/>
                    <a:pt x="3795" y="22"/>
                  </a:cubicBezTo>
                  <a:cubicBezTo>
                    <a:pt x="3789" y="21"/>
                    <a:pt x="3782" y="19"/>
                    <a:pt x="3776" y="18"/>
                  </a:cubicBezTo>
                  <a:close/>
                  <a:moveTo>
                    <a:pt x="3797" y="22"/>
                  </a:moveTo>
                  <a:cubicBezTo>
                    <a:pt x="3797" y="22"/>
                    <a:pt x="3797" y="22"/>
                    <a:pt x="3797" y="22"/>
                  </a:cubicBezTo>
                  <a:cubicBezTo>
                    <a:pt x="3797" y="22"/>
                    <a:pt x="3797" y="22"/>
                    <a:pt x="3797" y="2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8"/>
            <p:cNvSpPr/>
            <p:nvPr/>
          </p:nvSpPr>
          <p:spPr>
            <a:xfrm>
              <a:off x="5800725" y="4877614"/>
              <a:ext cx="3343274" cy="287338"/>
            </a:xfrm>
            <a:custGeom>
              <a:avLst/>
              <a:gdLst/>
              <a:ahLst/>
              <a:cxnLst/>
              <a:rect l="l" t="t" r="r" b="b"/>
              <a:pathLst>
                <a:path w="1767" h="152" extrusionOk="0">
                  <a:moveTo>
                    <a:pt x="0" y="152"/>
                  </a:moveTo>
                  <a:cubicBezTo>
                    <a:pt x="1767" y="152"/>
                    <a:pt x="1767" y="152"/>
                    <a:pt x="1767" y="152"/>
                  </a:cubicBezTo>
                  <a:cubicBezTo>
                    <a:pt x="1767" y="62"/>
                    <a:pt x="1767" y="62"/>
                    <a:pt x="1767" y="62"/>
                  </a:cubicBezTo>
                  <a:cubicBezTo>
                    <a:pt x="1178" y="0"/>
                    <a:pt x="579" y="31"/>
                    <a:pt x="0" y="15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4" name="Google Shape;424;p8"/>
          <p:cNvGrpSpPr/>
          <p:nvPr/>
        </p:nvGrpSpPr>
        <p:grpSpPr>
          <a:xfrm>
            <a:off x="5230725" y="4080881"/>
            <a:ext cx="2672481" cy="1084069"/>
            <a:chOff x="5230725" y="4080881"/>
            <a:chExt cx="2672481" cy="1084069"/>
          </a:xfrm>
        </p:grpSpPr>
        <p:sp>
          <p:nvSpPr>
            <p:cNvPr id="425" name="Google Shape;425;p8"/>
            <p:cNvSpPr/>
            <p:nvPr/>
          </p:nvSpPr>
          <p:spPr>
            <a:xfrm>
              <a:off x="5230725" y="4841151"/>
              <a:ext cx="1042875" cy="323799"/>
            </a:xfrm>
            <a:custGeom>
              <a:avLst/>
              <a:gdLst/>
              <a:ahLst/>
              <a:cxnLst/>
              <a:rect l="l" t="t" r="r" b="b"/>
              <a:pathLst>
                <a:path w="1506" h="467" extrusionOk="0">
                  <a:moveTo>
                    <a:pt x="1506" y="467"/>
                  </a:moveTo>
                  <a:cubicBezTo>
                    <a:pt x="0" y="467"/>
                    <a:pt x="0" y="467"/>
                    <a:pt x="0" y="467"/>
                  </a:cubicBezTo>
                  <a:cubicBezTo>
                    <a:pt x="2" y="400"/>
                    <a:pt x="53" y="322"/>
                    <a:pt x="109" y="285"/>
                  </a:cubicBezTo>
                  <a:cubicBezTo>
                    <a:pt x="166" y="248"/>
                    <a:pt x="240" y="241"/>
                    <a:pt x="303" y="267"/>
                  </a:cubicBezTo>
                  <a:cubicBezTo>
                    <a:pt x="325" y="276"/>
                    <a:pt x="346" y="288"/>
                    <a:pt x="369" y="291"/>
                  </a:cubicBezTo>
                  <a:cubicBezTo>
                    <a:pt x="411" y="295"/>
                    <a:pt x="449" y="263"/>
                    <a:pt x="472" y="228"/>
                  </a:cubicBezTo>
                  <a:cubicBezTo>
                    <a:pt x="494" y="192"/>
                    <a:pt x="506" y="151"/>
                    <a:pt x="529" y="115"/>
                  </a:cubicBezTo>
                  <a:cubicBezTo>
                    <a:pt x="574" y="43"/>
                    <a:pt x="661" y="0"/>
                    <a:pt x="745" y="8"/>
                  </a:cubicBezTo>
                  <a:cubicBezTo>
                    <a:pt x="830" y="16"/>
                    <a:pt x="908" y="74"/>
                    <a:pt x="939" y="152"/>
                  </a:cubicBezTo>
                  <a:cubicBezTo>
                    <a:pt x="959" y="202"/>
                    <a:pt x="968" y="266"/>
                    <a:pt x="1017" y="286"/>
                  </a:cubicBezTo>
                  <a:cubicBezTo>
                    <a:pt x="1071" y="308"/>
                    <a:pt x="1126" y="258"/>
                    <a:pt x="1182" y="241"/>
                  </a:cubicBezTo>
                  <a:cubicBezTo>
                    <a:pt x="1243" y="222"/>
                    <a:pt x="1312" y="244"/>
                    <a:pt x="1363" y="283"/>
                  </a:cubicBezTo>
                  <a:cubicBezTo>
                    <a:pt x="1415" y="322"/>
                    <a:pt x="1469" y="414"/>
                    <a:pt x="1506" y="46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26" name="Google Shape;426;p8"/>
            <p:cNvGrpSpPr/>
            <p:nvPr/>
          </p:nvGrpSpPr>
          <p:grpSpPr>
            <a:xfrm>
              <a:off x="6860560" y="4080881"/>
              <a:ext cx="1042646" cy="915868"/>
              <a:chOff x="6860560" y="4080881"/>
              <a:chExt cx="1042646" cy="915868"/>
            </a:xfrm>
          </p:grpSpPr>
          <p:grpSp>
            <p:nvGrpSpPr>
              <p:cNvPr id="427" name="Google Shape;427;p8"/>
              <p:cNvGrpSpPr/>
              <p:nvPr/>
            </p:nvGrpSpPr>
            <p:grpSpPr>
              <a:xfrm>
                <a:off x="7690241" y="4378656"/>
                <a:ext cx="212965" cy="583472"/>
                <a:chOff x="6178550" y="415926"/>
                <a:chExt cx="774700" cy="2122487"/>
              </a:xfrm>
            </p:grpSpPr>
            <p:sp>
              <p:nvSpPr>
                <p:cNvPr id="428" name="Google Shape;428;p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0" name="Google Shape;430;p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1" name="Google Shape;431;p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3" name="Google Shape;433;p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4" name="Google Shape;434;p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36" name="Google Shape;436;p8"/>
              <p:cNvGrpSpPr/>
              <p:nvPr/>
            </p:nvGrpSpPr>
            <p:grpSpPr>
              <a:xfrm>
                <a:off x="7275443" y="4080881"/>
                <a:ext cx="273004" cy="915641"/>
                <a:chOff x="6178550" y="415926"/>
                <a:chExt cx="774700" cy="2122487"/>
              </a:xfrm>
            </p:grpSpPr>
            <p:sp>
              <p:nvSpPr>
                <p:cNvPr id="437" name="Google Shape;437;p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9" name="Google Shape;439;p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0" name="Google Shape;440;p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1" name="Google Shape;441;p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2" name="Google Shape;442;p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3" name="Google Shape;443;p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5" name="Google Shape;445;p8"/>
              <p:cNvGrpSpPr/>
              <p:nvPr/>
            </p:nvGrpSpPr>
            <p:grpSpPr>
              <a:xfrm>
                <a:off x="6860560" y="4248785"/>
                <a:ext cx="273004" cy="747964"/>
                <a:chOff x="6178550" y="415926"/>
                <a:chExt cx="774700" cy="2122487"/>
              </a:xfrm>
            </p:grpSpPr>
            <p:sp>
              <p:nvSpPr>
                <p:cNvPr id="446" name="Google Shape;446;p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7" name="Google Shape;447;p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8" name="Google Shape;448;p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9" name="Google Shape;449;p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0" name="Google Shape;450;p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1" name="Google Shape;451;p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2" name="Google Shape;452;p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54" name="Google Shape;454;p8"/>
          <p:cNvGrpSpPr/>
          <p:nvPr/>
        </p:nvGrpSpPr>
        <p:grpSpPr>
          <a:xfrm>
            <a:off x="-792010" y="535008"/>
            <a:ext cx="10776048" cy="2617992"/>
            <a:chOff x="-792010" y="535008"/>
            <a:chExt cx="10776048" cy="2617992"/>
          </a:xfrm>
        </p:grpSpPr>
        <p:grpSp>
          <p:nvGrpSpPr>
            <p:cNvPr id="455" name="Google Shape;455;p8"/>
            <p:cNvGrpSpPr/>
            <p:nvPr/>
          </p:nvGrpSpPr>
          <p:grpSpPr>
            <a:xfrm>
              <a:off x="6873762" y="535008"/>
              <a:ext cx="3110277" cy="1049166"/>
              <a:chOff x="-944163" y="151533"/>
              <a:chExt cx="3110277" cy="1049166"/>
            </a:xfrm>
          </p:grpSpPr>
          <p:sp>
            <p:nvSpPr>
              <p:cNvPr id="456" name="Google Shape;456;p8"/>
              <p:cNvSpPr/>
              <p:nvPr/>
            </p:nvSpPr>
            <p:spPr>
              <a:xfrm>
                <a:off x="-944163" y="151533"/>
                <a:ext cx="3110277" cy="466375"/>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7" name="Google Shape;457;p8"/>
              <p:cNvSpPr/>
              <p:nvPr/>
            </p:nvSpPr>
            <p:spPr>
              <a:xfrm flipH="1">
                <a:off x="673881" y="923630"/>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58" name="Google Shape;458;p8"/>
            <p:cNvSpPr/>
            <p:nvPr/>
          </p:nvSpPr>
          <p:spPr>
            <a:xfrm>
              <a:off x="180952" y="1307100"/>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8"/>
            <p:cNvSpPr/>
            <p:nvPr/>
          </p:nvSpPr>
          <p:spPr>
            <a:xfrm flipH="1">
              <a:off x="-792010" y="2467700"/>
              <a:ext cx="1758100" cy="685300"/>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0"/>
        <p:cNvGrpSpPr/>
        <p:nvPr/>
      </p:nvGrpSpPr>
      <p:grpSpPr>
        <a:xfrm>
          <a:off x="0" y="0"/>
          <a:ext cx="0" cy="0"/>
          <a:chOff x="0" y="0"/>
          <a:chExt cx="0" cy="0"/>
        </a:xfrm>
      </p:grpSpPr>
      <p:pic>
        <p:nvPicPr>
          <p:cNvPr id="461" name="Google Shape;461;p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462" name="Google Shape;462;p9"/>
          <p:cNvSpPr/>
          <p:nvPr/>
        </p:nvSpPr>
        <p:spPr>
          <a:xfrm>
            <a:off x="-4595000" y="3071117"/>
            <a:ext cx="12930107" cy="2072400"/>
          </a:xfrm>
          <a:custGeom>
            <a:avLst/>
            <a:gdLst/>
            <a:ahLst/>
            <a:cxnLst/>
            <a:rect l="l" t="t" r="r" b="b"/>
            <a:pathLst>
              <a:path w="4072" h="652" extrusionOk="0">
                <a:moveTo>
                  <a:pt x="4072" y="652"/>
                </a:moveTo>
                <a:cubicBezTo>
                  <a:pt x="3284" y="528"/>
                  <a:pt x="2784" y="319"/>
                  <a:pt x="2479" y="138"/>
                </a:cubicBezTo>
                <a:cubicBezTo>
                  <a:pt x="2479" y="138"/>
                  <a:pt x="2479" y="138"/>
                  <a:pt x="2479" y="138"/>
                </a:cubicBezTo>
                <a:cubicBezTo>
                  <a:pt x="2421" y="131"/>
                  <a:pt x="2368" y="112"/>
                  <a:pt x="2318" y="94"/>
                </a:cubicBezTo>
                <a:cubicBezTo>
                  <a:pt x="2268" y="75"/>
                  <a:pt x="2179" y="34"/>
                  <a:pt x="2149" y="25"/>
                </a:cubicBezTo>
                <a:cubicBezTo>
                  <a:pt x="2120" y="15"/>
                  <a:pt x="2118" y="55"/>
                  <a:pt x="2061" y="44"/>
                </a:cubicBezTo>
                <a:cubicBezTo>
                  <a:pt x="2005" y="32"/>
                  <a:pt x="1936" y="0"/>
                  <a:pt x="1895" y="7"/>
                </a:cubicBezTo>
                <a:cubicBezTo>
                  <a:pt x="1872" y="11"/>
                  <a:pt x="1825" y="11"/>
                  <a:pt x="1788" y="9"/>
                </a:cubicBezTo>
                <a:cubicBezTo>
                  <a:pt x="1521" y="209"/>
                  <a:pt x="986" y="497"/>
                  <a:pt x="0" y="652"/>
                </a:cubicBezTo>
                <a:lnTo>
                  <a:pt x="4072" y="65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9"/>
          <p:cNvSpPr txBox="1">
            <a:spLocks noGrp="1"/>
          </p:cNvSpPr>
          <p:nvPr>
            <p:ph type="title"/>
          </p:nvPr>
        </p:nvSpPr>
        <p:spPr>
          <a:xfrm>
            <a:off x="2241425" y="1490425"/>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64" name="Google Shape;464;p9"/>
          <p:cNvSpPr txBox="1">
            <a:spLocks noGrp="1"/>
          </p:cNvSpPr>
          <p:nvPr>
            <p:ph type="subTitle" idx="1"/>
          </p:nvPr>
        </p:nvSpPr>
        <p:spPr>
          <a:xfrm>
            <a:off x="2241475" y="2365925"/>
            <a:ext cx="4661100" cy="64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cxnSp>
        <p:nvCxnSpPr>
          <p:cNvPr id="465" name="Google Shape;465;p9"/>
          <p:cNvCxnSpPr>
            <a:endCxn id="463" idx="0"/>
          </p:cNvCxnSpPr>
          <p:nvPr/>
        </p:nvCxnSpPr>
        <p:spPr>
          <a:xfrm>
            <a:off x="4571975" y="-581975"/>
            <a:ext cx="0" cy="2072400"/>
          </a:xfrm>
          <a:prstGeom prst="straightConnector1">
            <a:avLst/>
          </a:prstGeom>
          <a:noFill/>
          <a:ln w="9525" cap="flat" cmpd="sng">
            <a:solidFill>
              <a:schemeClr val="dk1"/>
            </a:solidFill>
            <a:prstDash val="solid"/>
            <a:round/>
            <a:headEnd type="none" w="med" len="med"/>
            <a:tailEnd type="diamond" w="med" len="med"/>
          </a:ln>
        </p:spPr>
      </p:cxnSp>
      <p:grpSp>
        <p:nvGrpSpPr>
          <p:cNvPr id="466" name="Google Shape;466;p9"/>
          <p:cNvGrpSpPr/>
          <p:nvPr/>
        </p:nvGrpSpPr>
        <p:grpSpPr>
          <a:xfrm>
            <a:off x="-1547964" y="1093934"/>
            <a:ext cx="11516177" cy="2198627"/>
            <a:chOff x="-1547964" y="1093934"/>
            <a:chExt cx="11516177" cy="2198627"/>
          </a:xfrm>
        </p:grpSpPr>
        <p:sp>
          <p:nvSpPr>
            <p:cNvPr id="467" name="Google Shape;467;p9"/>
            <p:cNvSpPr/>
            <p:nvPr/>
          </p:nvSpPr>
          <p:spPr>
            <a:xfrm>
              <a:off x="-1547964" y="1093934"/>
              <a:ext cx="3066274" cy="459775"/>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9"/>
            <p:cNvSpPr/>
            <p:nvPr/>
          </p:nvSpPr>
          <p:spPr>
            <a:xfrm flipH="1">
              <a:off x="1200844" y="1881980"/>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 name="Google Shape;469;p9"/>
            <p:cNvSpPr/>
            <p:nvPr/>
          </p:nvSpPr>
          <p:spPr>
            <a:xfrm>
              <a:off x="7058752" y="3111550"/>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9"/>
            <p:cNvSpPr/>
            <p:nvPr/>
          </p:nvSpPr>
          <p:spPr>
            <a:xfrm flipH="1">
              <a:off x="7947139" y="1969602"/>
              <a:ext cx="2021075" cy="787800"/>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1" name="Google Shape;471;p9"/>
          <p:cNvGrpSpPr/>
          <p:nvPr/>
        </p:nvGrpSpPr>
        <p:grpSpPr>
          <a:xfrm>
            <a:off x="0" y="4385525"/>
            <a:ext cx="10937196" cy="1463152"/>
            <a:chOff x="0" y="4385525"/>
            <a:chExt cx="10937196" cy="1463152"/>
          </a:xfrm>
        </p:grpSpPr>
        <p:grpSp>
          <p:nvGrpSpPr>
            <p:cNvPr id="472" name="Google Shape;472;p9"/>
            <p:cNvGrpSpPr/>
            <p:nvPr/>
          </p:nvGrpSpPr>
          <p:grpSpPr>
            <a:xfrm>
              <a:off x="0" y="4385525"/>
              <a:ext cx="5496646" cy="1463152"/>
              <a:chOff x="256225" y="2849437"/>
              <a:chExt cx="5496646" cy="1463152"/>
            </a:xfrm>
          </p:grpSpPr>
          <p:sp>
            <p:nvSpPr>
              <p:cNvPr id="473" name="Google Shape;473;p9"/>
              <p:cNvSpPr/>
              <p:nvPr/>
            </p:nvSpPr>
            <p:spPr>
              <a:xfrm>
                <a:off x="256225" y="2849437"/>
                <a:ext cx="5496646" cy="1463152"/>
              </a:xfrm>
              <a:custGeom>
                <a:avLst/>
                <a:gdLst/>
                <a:ahLst/>
                <a:cxnLst/>
                <a:rect l="l" t="t" r="r" b="b"/>
                <a:pathLst>
                  <a:path w="2861" h="760" extrusionOk="0">
                    <a:moveTo>
                      <a:pt x="0" y="106"/>
                    </a:moveTo>
                    <a:cubicBezTo>
                      <a:pt x="0" y="106"/>
                      <a:pt x="136" y="102"/>
                      <a:pt x="136" y="218"/>
                    </a:cubicBezTo>
                    <a:cubicBezTo>
                      <a:pt x="112" y="218"/>
                      <a:pt x="112" y="218"/>
                      <a:pt x="112" y="218"/>
                    </a:cubicBezTo>
                    <a:cubicBezTo>
                      <a:pt x="112" y="249"/>
                      <a:pt x="112" y="249"/>
                      <a:pt x="112" y="249"/>
                    </a:cubicBezTo>
                    <a:cubicBezTo>
                      <a:pt x="136" y="263"/>
                      <a:pt x="136" y="263"/>
                      <a:pt x="136" y="263"/>
                    </a:cubicBezTo>
                    <a:cubicBezTo>
                      <a:pt x="136" y="760"/>
                      <a:pt x="136" y="760"/>
                      <a:pt x="136" y="760"/>
                    </a:cubicBezTo>
                    <a:cubicBezTo>
                      <a:pt x="184" y="760"/>
                      <a:pt x="184" y="760"/>
                      <a:pt x="184" y="760"/>
                    </a:cubicBezTo>
                    <a:cubicBezTo>
                      <a:pt x="184" y="263"/>
                      <a:pt x="184" y="263"/>
                      <a:pt x="184" y="263"/>
                    </a:cubicBezTo>
                    <a:cubicBezTo>
                      <a:pt x="208" y="249"/>
                      <a:pt x="208" y="249"/>
                      <a:pt x="208" y="249"/>
                    </a:cubicBezTo>
                    <a:cubicBezTo>
                      <a:pt x="208" y="218"/>
                      <a:pt x="208" y="218"/>
                      <a:pt x="208" y="218"/>
                    </a:cubicBezTo>
                    <a:cubicBezTo>
                      <a:pt x="184" y="218"/>
                      <a:pt x="184" y="218"/>
                      <a:pt x="184" y="218"/>
                    </a:cubicBezTo>
                    <a:cubicBezTo>
                      <a:pt x="184" y="102"/>
                      <a:pt x="320" y="106"/>
                      <a:pt x="320" y="106"/>
                    </a:cubicBezTo>
                    <a:cubicBezTo>
                      <a:pt x="320" y="106"/>
                      <a:pt x="456" y="102"/>
                      <a:pt x="456" y="218"/>
                    </a:cubicBezTo>
                    <a:cubicBezTo>
                      <a:pt x="432" y="218"/>
                      <a:pt x="432" y="218"/>
                      <a:pt x="432" y="218"/>
                    </a:cubicBezTo>
                    <a:cubicBezTo>
                      <a:pt x="432" y="249"/>
                      <a:pt x="432" y="249"/>
                      <a:pt x="432" y="249"/>
                    </a:cubicBezTo>
                    <a:cubicBezTo>
                      <a:pt x="456" y="263"/>
                      <a:pt x="456" y="263"/>
                      <a:pt x="456" y="263"/>
                    </a:cubicBezTo>
                    <a:cubicBezTo>
                      <a:pt x="456" y="760"/>
                      <a:pt x="456" y="760"/>
                      <a:pt x="456" y="760"/>
                    </a:cubicBezTo>
                    <a:cubicBezTo>
                      <a:pt x="500" y="760"/>
                      <a:pt x="500" y="760"/>
                      <a:pt x="500" y="760"/>
                    </a:cubicBezTo>
                    <a:cubicBezTo>
                      <a:pt x="500" y="263"/>
                      <a:pt x="500" y="263"/>
                      <a:pt x="500" y="263"/>
                    </a:cubicBezTo>
                    <a:cubicBezTo>
                      <a:pt x="524" y="249"/>
                      <a:pt x="524" y="249"/>
                      <a:pt x="524" y="249"/>
                    </a:cubicBezTo>
                    <a:cubicBezTo>
                      <a:pt x="524" y="218"/>
                      <a:pt x="524" y="218"/>
                      <a:pt x="524" y="218"/>
                    </a:cubicBezTo>
                    <a:cubicBezTo>
                      <a:pt x="500" y="218"/>
                      <a:pt x="500" y="218"/>
                      <a:pt x="500" y="218"/>
                    </a:cubicBezTo>
                    <a:cubicBezTo>
                      <a:pt x="500" y="102"/>
                      <a:pt x="636" y="106"/>
                      <a:pt x="636" y="106"/>
                    </a:cubicBezTo>
                    <a:cubicBezTo>
                      <a:pt x="636" y="106"/>
                      <a:pt x="772" y="102"/>
                      <a:pt x="772" y="218"/>
                    </a:cubicBezTo>
                    <a:cubicBezTo>
                      <a:pt x="748" y="218"/>
                      <a:pt x="748" y="218"/>
                      <a:pt x="748" y="218"/>
                    </a:cubicBezTo>
                    <a:cubicBezTo>
                      <a:pt x="748" y="249"/>
                      <a:pt x="748" y="249"/>
                      <a:pt x="748" y="249"/>
                    </a:cubicBezTo>
                    <a:cubicBezTo>
                      <a:pt x="772" y="263"/>
                      <a:pt x="772" y="263"/>
                      <a:pt x="772" y="263"/>
                    </a:cubicBezTo>
                    <a:cubicBezTo>
                      <a:pt x="772" y="760"/>
                      <a:pt x="772" y="760"/>
                      <a:pt x="772" y="760"/>
                    </a:cubicBezTo>
                    <a:cubicBezTo>
                      <a:pt x="819" y="760"/>
                      <a:pt x="819" y="760"/>
                      <a:pt x="819" y="760"/>
                    </a:cubicBezTo>
                    <a:cubicBezTo>
                      <a:pt x="819" y="263"/>
                      <a:pt x="819" y="263"/>
                      <a:pt x="819" y="263"/>
                    </a:cubicBezTo>
                    <a:cubicBezTo>
                      <a:pt x="844" y="249"/>
                      <a:pt x="844" y="249"/>
                      <a:pt x="844" y="249"/>
                    </a:cubicBezTo>
                    <a:cubicBezTo>
                      <a:pt x="844" y="218"/>
                      <a:pt x="844" y="218"/>
                      <a:pt x="844" y="218"/>
                    </a:cubicBezTo>
                    <a:cubicBezTo>
                      <a:pt x="819" y="218"/>
                      <a:pt x="819" y="218"/>
                      <a:pt x="819" y="218"/>
                    </a:cubicBezTo>
                    <a:cubicBezTo>
                      <a:pt x="819" y="102"/>
                      <a:pt x="955" y="106"/>
                      <a:pt x="955" y="106"/>
                    </a:cubicBezTo>
                    <a:cubicBezTo>
                      <a:pt x="955" y="106"/>
                      <a:pt x="1091" y="102"/>
                      <a:pt x="1091" y="218"/>
                    </a:cubicBezTo>
                    <a:cubicBezTo>
                      <a:pt x="1067" y="218"/>
                      <a:pt x="1067" y="218"/>
                      <a:pt x="1067" y="218"/>
                    </a:cubicBezTo>
                    <a:cubicBezTo>
                      <a:pt x="1067" y="249"/>
                      <a:pt x="1067" y="249"/>
                      <a:pt x="1067" y="249"/>
                    </a:cubicBezTo>
                    <a:cubicBezTo>
                      <a:pt x="1091" y="263"/>
                      <a:pt x="1091" y="263"/>
                      <a:pt x="1091" y="263"/>
                    </a:cubicBezTo>
                    <a:cubicBezTo>
                      <a:pt x="1091" y="760"/>
                      <a:pt x="1091" y="760"/>
                      <a:pt x="1091" y="760"/>
                    </a:cubicBezTo>
                    <a:cubicBezTo>
                      <a:pt x="1135" y="760"/>
                      <a:pt x="1135" y="760"/>
                      <a:pt x="1135" y="760"/>
                    </a:cubicBezTo>
                    <a:cubicBezTo>
                      <a:pt x="1135" y="263"/>
                      <a:pt x="1135" y="263"/>
                      <a:pt x="1135" y="263"/>
                    </a:cubicBezTo>
                    <a:cubicBezTo>
                      <a:pt x="1159" y="249"/>
                      <a:pt x="1159" y="249"/>
                      <a:pt x="1159" y="249"/>
                    </a:cubicBezTo>
                    <a:cubicBezTo>
                      <a:pt x="1159" y="218"/>
                      <a:pt x="1159" y="218"/>
                      <a:pt x="1159" y="218"/>
                    </a:cubicBezTo>
                    <a:cubicBezTo>
                      <a:pt x="1135" y="218"/>
                      <a:pt x="1135" y="218"/>
                      <a:pt x="1135" y="218"/>
                    </a:cubicBezTo>
                    <a:cubicBezTo>
                      <a:pt x="1135" y="102"/>
                      <a:pt x="1271" y="106"/>
                      <a:pt x="1271" y="106"/>
                    </a:cubicBezTo>
                    <a:cubicBezTo>
                      <a:pt x="1271" y="106"/>
                      <a:pt x="1407" y="102"/>
                      <a:pt x="1407" y="218"/>
                    </a:cubicBezTo>
                    <a:cubicBezTo>
                      <a:pt x="1383" y="218"/>
                      <a:pt x="1383" y="218"/>
                      <a:pt x="1383" y="218"/>
                    </a:cubicBezTo>
                    <a:cubicBezTo>
                      <a:pt x="1383" y="249"/>
                      <a:pt x="1383" y="249"/>
                      <a:pt x="1383" y="249"/>
                    </a:cubicBezTo>
                    <a:cubicBezTo>
                      <a:pt x="1407" y="263"/>
                      <a:pt x="1407" y="263"/>
                      <a:pt x="1407" y="263"/>
                    </a:cubicBezTo>
                    <a:cubicBezTo>
                      <a:pt x="1407" y="760"/>
                      <a:pt x="1407" y="760"/>
                      <a:pt x="1407" y="760"/>
                    </a:cubicBezTo>
                    <a:cubicBezTo>
                      <a:pt x="1454" y="760"/>
                      <a:pt x="1454" y="760"/>
                      <a:pt x="1454" y="760"/>
                    </a:cubicBezTo>
                    <a:cubicBezTo>
                      <a:pt x="1454" y="263"/>
                      <a:pt x="1454" y="263"/>
                      <a:pt x="1454" y="263"/>
                    </a:cubicBezTo>
                    <a:cubicBezTo>
                      <a:pt x="1478" y="249"/>
                      <a:pt x="1478" y="249"/>
                      <a:pt x="1478" y="249"/>
                    </a:cubicBezTo>
                    <a:cubicBezTo>
                      <a:pt x="1478" y="218"/>
                      <a:pt x="1478" y="218"/>
                      <a:pt x="1478" y="218"/>
                    </a:cubicBezTo>
                    <a:cubicBezTo>
                      <a:pt x="1454" y="218"/>
                      <a:pt x="1454" y="218"/>
                      <a:pt x="1454" y="218"/>
                    </a:cubicBezTo>
                    <a:cubicBezTo>
                      <a:pt x="1454" y="102"/>
                      <a:pt x="1590" y="106"/>
                      <a:pt x="1590" y="106"/>
                    </a:cubicBezTo>
                    <a:cubicBezTo>
                      <a:pt x="1590" y="106"/>
                      <a:pt x="1726" y="102"/>
                      <a:pt x="1726" y="218"/>
                    </a:cubicBezTo>
                    <a:cubicBezTo>
                      <a:pt x="1702" y="218"/>
                      <a:pt x="1702" y="218"/>
                      <a:pt x="1702" y="218"/>
                    </a:cubicBezTo>
                    <a:cubicBezTo>
                      <a:pt x="1702" y="249"/>
                      <a:pt x="1702" y="249"/>
                      <a:pt x="1702" y="249"/>
                    </a:cubicBezTo>
                    <a:cubicBezTo>
                      <a:pt x="1726" y="263"/>
                      <a:pt x="1726" y="263"/>
                      <a:pt x="1726" y="263"/>
                    </a:cubicBezTo>
                    <a:cubicBezTo>
                      <a:pt x="1726" y="760"/>
                      <a:pt x="1726" y="760"/>
                      <a:pt x="1726" y="760"/>
                    </a:cubicBezTo>
                    <a:cubicBezTo>
                      <a:pt x="1766" y="760"/>
                      <a:pt x="1766" y="760"/>
                      <a:pt x="1766" y="760"/>
                    </a:cubicBezTo>
                    <a:cubicBezTo>
                      <a:pt x="1766" y="263"/>
                      <a:pt x="1766" y="263"/>
                      <a:pt x="1766" y="263"/>
                    </a:cubicBezTo>
                    <a:cubicBezTo>
                      <a:pt x="1790" y="249"/>
                      <a:pt x="1790" y="249"/>
                      <a:pt x="1790" y="249"/>
                    </a:cubicBezTo>
                    <a:cubicBezTo>
                      <a:pt x="1790" y="218"/>
                      <a:pt x="1790" y="218"/>
                      <a:pt x="1790" y="218"/>
                    </a:cubicBezTo>
                    <a:cubicBezTo>
                      <a:pt x="1766" y="218"/>
                      <a:pt x="1766" y="218"/>
                      <a:pt x="1766" y="218"/>
                    </a:cubicBezTo>
                    <a:cubicBezTo>
                      <a:pt x="1766" y="102"/>
                      <a:pt x="1902" y="106"/>
                      <a:pt x="1902" y="106"/>
                    </a:cubicBezTo>
                    <a:cubicBezTo>
                      <a:pt x="1902" y="106"/>
                      <a:pt x="2038" y="102"/>
                      <a:pt x="2038" y="218"/>
                    </a:cubicBezTo>
                    <a:cubicBezTo>
                      <a:pt x="2014" y="218"/>
                      <a:pt x="2014" y="218"/>
                      <a:pt x="2014" y="218"/>
                    </a:cubicBezTo>
                    <a:cubicBezTo>
                      <a:pt x="2014" y="249"/>
                      <a:pt x="2014" y="249"/>
                      <a:pt x="2014" y="249"/>
                    </a:cubicBezTo>
                    <a:cubicBezTo>
                      <a:pt x="2038" y="263"/>
                      <a:pt x="2038" y="263"/>
                      <a:pt x="2038" y="263"/>
                    </a:cubicBezTo>
                    <a:cubicBezTo>
                      <a:pt x="2038" y="760"/>
                      <a:pt x="2038" y="760"/>
                      <a:pt x="2038" y="760"/>
                    </a:cubicBezTo>
                    <a:cubicBezTo>
                      <a:pt x="2086" y="760"/>
                      <a:pt x="2086" y="760"/>
                      <a:pt x="2086" y="760"/>
                    </a:cubicBezTo>
                    <a:cubicBezTo>
                      <a:pt x="2086" y="263"/>
                      <a:pt x="2086" y="263"/>
                      <a:pt x="2086" y="263"/>
                    </a:cubicBezTo>
                    <a:cubicBezTo>
                      <a:pt x="2110" y="249"/>
                      <a:pt x="2110" y="249"/>
                      <a:pt x="2110" y="249"/>
                    </a:cubicBezTo>
                    <a:cubicBezTo>
                      <a:pt x="2110" y="218"/>
                      <a:pt x="2110" y="218"/>
                      <a:pt x="2110" y="218"/>
                    </a:cubicBezTo>
                    <a:cubicBezTo>
                      <a:pt x="2086" y="218"/>
                      <a:pt x="2086" y="218"/>
                      <a:pt x="2086" y="218"/>
                    </a:cubicBezTo>
                    <a:cubicBezTo>
                      <a:pt x="2086" y="102"/>
                      <a:pt x="2222" y="106"/>
                      <a:pt x="2222" y="106"/>
                    </a:cubicBezTo>
                    <a:cubicBezTo>
                      <a:pt x="2222" y="106"/>
                      <a:pt x="2358" y="102"/>
                      <a:pt x="2358" y="218"/>
                    </a:cubicBezTo>
                    <a:cubicBezTo>
                      <a:pt x="2334" y="218"/>
                      <a:pt x="2334" y="218"/>
                      <a:pt x="2334" y="218"/>
                    </a:cubicBezTo>
                    <a:cubicBezTo>
                      <a:pt x="2334" y="249"/>
                      <a:pt x="2334" y="249"/>
                      <a:pt x="2334" y="249"/>
                    </a:cubicBezTo>
                    <a:cubicBezTo>
                      <a:pt x="2358" y="263"/>
                      <a:pt x="2358" y="263"/>
                      <a:pt x="2358" y="263"/>
                    </a:cubicBezTo>
                    <a:cubicBezTo>
                      <a:pt x="2358" y="760"/>
                      <a:pt x="2358" y="760"/>
                      <a:pt x="2358" y="760"/>
                    </a:cubicBezTo>
                    <a:cubicBezTo>
                      <a:pt x="2395" y="760"/>
                      <a:pt x="2395" y="760"/>
                      <a:pt x="2395" y="760"/>
                    </a:cubicBezTo>
                    <a:cubicBezTo>
                      <a:pt x="2395" y="263"/>
                      <a:pt x="2395" y="263"/>
                      <a:pt x="2395" y="263"/>
                    </a:cubicBezTo>
                    <a:cubicBezTo>
                      <a:pt x="2420" y="249"/>
                      <a:pt x="2420" y="249"/>
                      <a:pt x="2420" y="249"/>
                    </a:cubicBezTo>
                    <a:cubicBezTo>
                      <a:pt x="2420" y="218"/>
                      <a:pt x="2420" y="218"/>
                      <a:pt x="2420" y="218"/>
                    </a:cubicBezTo>
                    <a:cubicBezTo>
                      <a:pt x="2395" y="218"/>
                      <a:pt x="2395" y="218"/>
                      <a:pt x="2395" y="218"/>
                    </a:cubicBezTo>
                    <a:cubicBezTo>
                      <a:pt x="2395" y="102"/>
                      <a:pt x="2531" y="106"/>
                      <a:pt x="2531" y="106"/>
                    </a:cubicBezTo>
                    <a:cubicBezTo>
                      <a:pt x="2531" y="106"/>
                      <a:pt x="2667" y="102"/>
                      <a:pt x="2667" y="218"/>
                    </a:cubicBezTo>
                    <a:cubicBezTo>
                      <a:pt x="2643" y="218"/>
                      <a:pt x="2643" y="218"/>
                      <a:pt x="2643" y="218"/>
                    </a:cubicBezTo>
                    <a:cubicBezTo>
                      <a:pt x="2643" y="249"/>
                      <a:pt x="2643" y="249"/>
                      <a:pt x="2643" y="249"/>
                    </a:cubicBezTo>
                    <a:cubicBezTo>
                      <a:pt x="2667" y="263"/>
                      <a:pt x="2667" y="263"/>
                      <a:pt x="2667" y="263"/>
                    </a:cubicBezTo>
                    <a:cubicBezTo>
                      <a:pt x="2667" y="760"/>
                      <a:pt x="2667" y="760"/>
                      <a:pt x="2667" y="760"/>
                    </a:cubicBezTo>
                    <a:cubicBezTo>
                      <a:pt x="2715" y="760"/>
                      <a:pt x="2715" y="760"/>
                      <a:pt x="2715" y="760"/>
                    </a:cubicBezTo>
                    <a:cubicBezTo>
                      <a:pt x="2715" y="263"/>
                      <a:pt x="2715" y="263"/>
                      <a:pt x="2715" y="263"/>
                    </a:cubicBezTo>
                    <a:cubicBezTo>
                      <a:pt x="2739" y="249"/>
                      <a:pt x="2739" y="249"/>
                      <a:pt x="2739" y="249"/>
                    </a:cubicBezTo>
                    <a:cubicBezTo>
                      <a:pt x="2739" y="218"/>
                      <a:pt x="2739" y="218"/>
                      <a:pt x="2739" y="218"/>
                    </a:cubicBezTo>
                    <a:cubicBezTo>
                      <a:pt x="2715" y="218"/>
                      <a:pt x="2715" y="218"/>
                      <a:pt x="2715" y="218"/>
                    </a:cubicBezTo>
                    <a:cubicBezTo>
                      <a:pt x="2715" y="102"/>
                      <a:pt x="2851" y="106"/>
                      <a:pt x="2851" y="106"/>
                    </a:cubicBezTo>
                    <a:cubicBezTo>
                      <a:pt x="2851" y="106"/>
                      <a:pt x="2855" y="106"/>
                      <a:pt x="2861" y="106"/>
                    </a:cubicBezTo>
                    <a:cubicBezTo>
                      <a:pt x="2861" y="0"/>
                      <a:pt x="2861" y="0"/>
                      <a:pt x="2861" y="0"/>
                    </a:cubicBezTo>
                    <a:cubicBezTo>
                      <a:pt x="0" y="0"/>
                      <a:pt x="0" y="0"/>
                      <a:pt x="0" y="0"/>
                    </a:cubicBezTo>
                    <a:lnTo>
                      <a:pt x="0" y="10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74" name="Google Shape;474;p9"/>
              <p:cNvGrpSpPr/>
              <p:nvPr/>
            </p:nvGrpSpPr>
            <p:grpSpPr>
              <a:xfrm>
                <a:off x="522242" y="3004104"/>
                <a:ext cx="4945824" cy="77100"/>
                <a:chOff x="522242" y="3004104"/>
                <a:chExt cx="4945824" cy="77100"/>
              </a:xfrm>
            </p:grpSpPr>
            <p:sp>
              <p:nvSpPr>
                <p:cNvPr id="475" name="Google Shape;475;p9"/>
                <p:cNvSpPr/>
                <p:nvPr/>
              </p:nvSpPr>
              <p:spPr>
                <a:xfrm>
                  <a:off x="1137793"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9"/>
                <p:cNvSpPr/>
                <p:nvPr/>
              </p:nvSpPr>
              <p:spPr>
                <a:xfrm>
                  <a:off x="522242"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9"/>
                <p:cNvSpPr/>
                <p:nvPr/>
              </p:nvSpPr>
              <p:spPr>
                <a:xfrm>
                  <a:off x="236270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9"/>
                <p:cNvSpPr/>
                <p:nvPr/>
              </p:nvSpPr>
              <p:spPr>
                <a:xfrm>
                  <a:off x="1747156"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9"/>
                <p:cNvSpPr/>
                <p:nvPr/>
              </p:nvSpPr>
              <p:spPr>
                <a:xfrm>
                  <a:off x="358452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9"/>
                <p:cNvSpPr/>
                <p:nvPr/>
              </p:nvSpPr>
              <p:spPr>
                <a:xfrm>
                  <a:off x="2972070"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 name="Google Shape;481;p9"/>
                <p:cNvSpPr/>
                <p:nvPr/>
              </p:nvSpPr>
              <p:spPr>
                <a:xfrm>
                  <a:off x="4787789"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 name="Google Shape;482;p9"/>
                <p:cNvSpPr/>
                <p:nvPr/>
              </p:nvSpPr>
              <p:spPr>
                <a:xfrm>
                  <a:off x="5390965"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 name="Google Shape;483;p9"/>
                <p:cNvSpPr/>
                <p:nvPr/>
              </p:nvSpPr>
              <p:spPr>
                <a:xfrm>
                  <a:off x="4175332"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84" name="Google Shape;484;p9"/>
            <p:cNvGrpSpPr/>
            <p:nvPr/>
          </p:nvGrpSpPr>
          <p:grpSpPr>
            <a:xfrm>
              <a:off x="5440550" y="4385525"/>
              <a:ext cx="5496646" cy="1463152"/>
              <a:chOff x="256225" y="2849437"/>
              <a:chExt cx="5496646" cy="1463152"/>
            </a:xfrm>
          </p:grpSpPr>
          <p:sp>
            <p:nvSpPr>
              <p:cNvPr id="485" name="Google Shape;485;p9"/>
              <p:cNvSpPr/>
              <p:nvPr/>
            </p:nvSpPr>
            <p:spPr>
              <a:xfrm>
                <a:off x="256225" y="2849437"/>
                <a:ext cx="5496646" cy="1463152"/>
              </a:xfrm>
              <a:custGeom>
                <a:avLst/>
                <a:gdLst/>
                <a:ahLst/>
                <a:cxnLst/>
                <a:rect l="l" t="t" r="r" b="b"/>
                <a:pathLst>
                  <a:path w="2861" h="760" extrusionOk="0">
                    <a:moveTo>
                      <a:pt x="0" y="106"/>
                    </a:moveTo>
                    <a:cubicBezTo>
                      <a:pt x="0" y="106"/>
                      <a:pt x="136" y="102"/>
                      <a:pt x="136" y="218"/>
                    </a:cubicBezTo>
                    <a:cubicBezTo>
                      <a:pt x="112" y="218"/>
                      <a:pt x="112" y="218"/>
                      <a:pt x="112" y="218"/>
                    </a:cubicBezTo>
                    <a:cubicBezTo>
                      <a:pt x="112" y="249"/>
                      <a:pt x="112" y="249"/>
                      <a:pt x="112" y="249"/>
                    </a:cubicBezTo>
                    <a:cubicBezTo>
                      <a:pt x="136" y="263"/>
                      <a:pt x="136" y="263"/>
                      <a:pt x="136" y="263"/>
                    </a:cubicBezTo>
                    <a:cubicBezTo>
                      <a:pt x="136" y="760"/>
                      <a:pt x="136" y="760"/>
                      <a:pt x="136" y="760"/>
                    </a:cubicBezTo>
                    <a:cubicBezTo>
                      <a:pt x="184" y="760"/>
                      <a:pt x="184" y="760"/>
                      <a:pt x="184" y="760"/>
                    </a:cubicBezTo>
                    <a:cubicBezTo>
                      <a:pt x="184" y="263"/>
                      <a:pt x="184" y="263"/>
                      <a:pt x="184" y="263"/>
                    </a:cubicBezTo>
                    <a:cubicBezTo>
                      <a:pt x="208" y="249"/>
                      <a:pt x="208" y="249"/>
                      <a:pt x="208" y="249"/>
                    </a:cubicBezTo>
                    <a:cubicBezTo>
                      <a:pt x="208" y="218"/>
                      <a:pt x="208" y="218"/>
                      <a:pt x="208" y="218"/>
                    </a:cubicBezTo>
                    <a:cubicBezTo>
                      <a:pt x="184" y="218"/>
                      <a:pt x="184" y="218"/>
                      <a:pt x="184" y="218"/>
                    </a:cubicBezTo>
                    <a:cubicBezTo>
                      <a:pt x="184" y="102"/>
                      <a:pt x="320" y="106"/>
                      <a:pt x="320" y="106"/>
                    </a:cubicBezTo>
                    <a:cubicBezTo>
                      <a:pt x="320" y="106"/>
                      <a:pt x="456" y="102"/>
                      <a:pt x="456" y="218"/>
                    </a:cubicBezTo>
                    <a:cubicBezTo>
                      <a:pt x="432" y="218"/>
                      <a:pt x="432" y="218"/>
                      <a:pt x="432" y="218"/>
                    </a:cubicBezTo>
                    <a:cubicBezTo>
                      <a:pt x="432" y="249"/>
                      <a:pt x="432" y="249"/>
                      <a:pt x="432" y="249"/>
                    </a:cubicBezTo>
                    <a:cubicBezTo>
                      <a:pt x="456" y="263"/>
                      <a:pt x="456" y="263"/>
                      <a:pt x="456" y="263"/>
                    </a:cubicBezTo>
                    <a:cubicBezTo>
                      <a:pt x="456" y="760"/>
                      <a:pt x="456" y="760"/>
                      <a:pt x="456" y="760"/>
                    </a:cubicBezTo>
                    <a:cubicBezTo>
                      <a:pt x="500" y="760"/>
                      <a:pt x="500" y="760"/>
                      <a:pt x="500" y="760"/>
                    </a:cubicBezTo>
                    <a:cubicBezTo>
                      <a:pt x="500" y="263"/>
                      <a:pt x="500" y="263"/>
                      <a:pt x="500" y="263"/>
                    </a:cubicBezTo>
                    <a:cubicBezTo>
                      <a:pt x="524" y="249"/>
                      <a:pt x="524" y="249"/>
                      <a:pt x="524" y="249"/>
                    </a:cubicBezTo>
                    <a:cubicBezTo>
                      <a:pt x="524" y="218"/>
                      <a:pt x="524" y="218"/>
                      <a:pt x="524" y="218"/>
                    </a:cubicBezTo>
                    <a:cubicBezTo>
                      <a:pt x="500" y="218"/>
                      <a:pt x="500" y="218"/>
                      <a:pt x="500" y="218"/>
                    </a:cubicBezTo>
                    <a:cubicBezTo>
                      <a:pt x="500" y="102"/>
                      <a:pt x="636" y="106"/>
                      <a:pt x="636" y="106"/>
                    </a:cubicBezTo>
                    <a:cubicBezTo>
                      <a:pt x="636" y="106"/>
                      <a:pt x="772" y="102"/>
                      <a:pt x="772" y="218"/>
                    </a:cubicBezTo>
                    <a:cubicBezTo>
                      <a:pt x="748" y="218"/>
                      <a:pt x="748" y="218"/>
                      <a:pt x="748" y="218"/>
                    </a:cubicBezTo>
                    <a:cubicBezTo>
                      <a:pt x="748" y="249"/>
                      <a:pt x="748" y="249"/>
                      <a:pt x="748" y="249"/>
                    </a:cubicBezTo>
                    <a:cubicBezTo>
                      <a:pt x="772" y="263"/>
                      <a:pt x="772" y="263"/>
                      <a:pt x="772" y="263"/>
                    </a:cubicBezTo>
                    <a:cubicBezTo>
                      <a:pt x="772" y="760"/>
                      <a:pt x="772" y="760"/>
                      <a:pt x="772" y="760"/>
                    </a:cubicBezTo>
                    <a:cubicBezTo>
                      <a:pt x="819" y="760"/>
                      <a:pt x="819" y="760"/>
                      <a:pt x="819" y="760"/>
                    </a:cubicBezTo>
                    <a:cubicBezTo>
                      <a:pt x="819" y="263"/>
                      <a:pt x="819" y="263"/>
                      <a:pt x="819" y="263"/>
                    </a:cubicBezTo>
                    <a:cubicBezTo>
                      <a:pt x="844" y="249"/>
                      <a:pt x="844" y="249"/>
                      <a:pt x="844" y="249"/>
                    </a:cubicBezTo>
                    <a:cubicBezTo>
                      <a:pt x="844" y="218"/>
                      <a:pt x="844" y="218"/>
                      <a:pt x="844" y="218"/>
                    </a:cubicBezTo>
                    <a:cubicBezTo>
                      <a:pt x="819" y="218"/>
                      <a:pt x="819" y="218"/>
                      <a:pt x="819" y="218"/>
                    </a:cubicBezTo>
                    <a:cubicBezTo>
                      <a:pt x="819" y="102"/>
                      <a:pt x="955" y="106"/>
                      <a:pt x="955" y="106"/>
                    </a:cubicBezTo>
                    <a:cubicBezTo>
                      <a:pt x="955" y="106"/>
                      <a:pt x="1091" y="102"/>
                      <a:pt x="1091" y="218"/>
                    </a:cubicBezTo>
                    <a:cubicBezTo>
                      <a:pt x="1067" y="218"/>
                      <a:pt x="1067" y="218"/>
                      <a:pt x="1067" y="218"/>
                    </a:cubicBezTo>
                    <a:cubicBezTo>
                      <a:pt x="1067" y="249"/>
                      <a:pt x="1067" y="249"/>
                      <a:pt x="1067" y="249"/>
                    </a:cubicBezTo>
                    <a:cubicBezTo>
                      <a:pt x="1091" y="263"/>
                      <a:pt x="1091" y="263"/>
                      <a:pt x="1091" y="263"/>
                    </a:cubicBezTo>
                    <a:cubicBezTo>
                      <a:pt x="1091" y="760"/>
                      <a:pt x="1091" y="760"/>
                      <a:pt x="1091" y="760"/>
                    </a:cubicBezTo>
                    <a:cubicBezTo>
                      <a:pt x="1135" y="760"/>
                      <a:pt x="1135" y="760"/>
                      <a:pt x="1135" y="760"/>
                    </a:cubicBezTo>
                    <a:cubicBezTo>
                      <a:pt x="1135" y="263"/>
                      <a:pt x="1135" y="263"/>
                      <a:pt x="1135" y="263"/>
                    </a:cubicBezTo>
                    <a:cubicBezTo>
                      <a:pt x="1159" y="249"/>
                      <a:pt x="1159" y="249"/>
                      <a:pt x="1159" y="249"/>
                    </a:cubicBezTo>
                    <a:cubicBezTo>
                      <a:pt x="1159" y="218"/>
                      <a:pt x="1159" y="218"/>
                      <a:pt x="1159" y="218"/>
                    </a:cubicBezTo>
                    <a:cubicBezTo>
                      <a:pt x="1135" y="218"/>
                      <a:pt x="1135" y="218"/>
                      <a:pt x="1135" y="218"/>
                    </a:cubicBezTo>
                    <a:cubicBezTo>
                      <a:pt x="1135" y="102"/>
                      <a:pt x="1271" y="106"/>
                      <a:pt x="1271" y="106"/>
                    </a:cubicBezTo>
                    <a:cubicBezTo>
                      <a:pt x="1271" y="106"/>
                      <a:pt x="1407" y="102"/>
                      <a:pt x="1407" y="218"/>
                    </a:cubicBezTo>
                    <a:cubicBezTo>
                      <a:pt x="1383" y="218"/>
                      <a:pt x="1383" y="218"/>
                      <a:pt x="1383" y="218"/>
                    </a:cubicBezTo>
                    <a:cubicBezTo>
                      <a:pt x="1383" y="249"/>
                      <a:pt x="1383" y="249"/>
                      <a:pt x="1383" y="249"/>
                    </a:cubicBezTo>
                    <a:cubicBezTo>
                      <a:pt x="1407" y="263"/>
                      <a:pt x="1407" y="263"/>
                      <a:pt x="1407" y="263"/>
                    </a:cubicBezTo>
                    <a:cubicBezTo>
                      <a:pt x="1407" y="760"/>
                      <a:pt x="1407" y="760"/>
                      <a:pt x="1407" y="760"/>
                    </a:cubicBezTo>
                    <a:cubicBezTo>
                      <a:pt x="1454" y="760"/>
                      <a:pt x="1454" y="760"/>
                      <a:pt x="1454" y="760"/>
                    </a:cubicBezTo>
                    <a:cubicBezTo>
                      <a:pt x="1454" y="263"/>
                      <a:pt x="1454" y="263"/>
                      <a:pt x="1454" y="263"/>
                    </a:cubicBezTo>
                    <a:cubicBezTo>
                      <a:pt x="1478" y="249"/>
                      <a:pt x="1478" y="249"/>
                      <a:pt x="1478" y="249"/>
                    </a:cubicBezTo>
                    <a:cubicBezTo>
                      <a:pt x="1478" y="218"/>
                      <a:pt x="1478" y="218"/>
                      <a:pt x="1478" y="218"/>
                    </a:cubicBezTo>
                    <a:cubicBezTo>
                      <a:pt x="1454" y="218"/>
                      <a:pt x="1454" y="218"/>
                      <a:pt x="1454" y="218"/>
                    </a:cubicBezTo>
                    <a:cubicBezTo>
                      <a:pt x="1454" y="102"/>
                      <a:pt x="1590" y="106"/>
                      <a:pt x="1590" y="106"/>
                    </a:cubicBezTo>
                    <a:cubicBezTo>
                      <a:pt x="1590" y="106"/>
                      <a:pt x="1726" y="102"/>
                      <a:pt x="1726" y="218"/>
                    </a:cubicBezTo>
                    <a:cubicBezTo>
                      <a:pt x="1702" y="218"/>
                      <a:pt x="1702" y="218"/>
                      <a:pt x="1702" y="218"/>
                    </a:cubicBezTo>
                    <a:cubicBezTo>
                      <a:pt x="1702" y="249"/>
                      <a:pt x="1702" y="249"/>
                      <a:pt x="1702" y="249"/>
                    </a:cubicBezTo>
                    <a:cubicBezTo>
                      <a:pt x="1726" y="263"/>
                      <a:pt x="1726" y="263"/>
                      <a:pt x="1726" y="263"/>
                    </a:cubicBezTo>
                    <a:cubicBezTo>
                      <a:pt x="1726" y="760"/>
                      <a:pt x="1726" y="760"/>
                      <a:pt x="1726" y="760"/>
                    </a:cubicBezTo>
                    <a:cubicBezTo>
                      <a:pt x="1766" y="760"/>
                      <a:pt x="1766" y="760"/>
                      <a:pt x="1766" y="760"/>
                    </a:cubicBezTo>
                    <a:cubicBezTo>
                      <a:pt x="1766" y="263"/>
                      <a:pt x="1766" y="263"/>
                      <a:pt x="1766" y="263"/>
                    </a:cubicBezTo>
                    <a:cubicBezTo>
                      <a:pt x="1790" y="249"/>
                      <a:pt x="1790" y="249"/>
                      <a:pt x="1790" y="249"/>
                    </a:cubicBezTo>
                    <a:cubicBezTo>
                      <a:pt x="1790" y="218"/>
                      <a:pt x="1790" y="218"/>
                      <a:pt x="1790" y="218"/>
                    </a:cubicBezTo>
                    <a:cubicBezTo>
                      <a:pt x="1766" y="218"/>
                      <a:pt x="1766" y="218"/>
                      <a:pt x="1766" y="218"/>
                    </a:cubicBezTo>
                    <a:cubicBezTo>
                      <a:pt x="1766" y="102"/>
                      <a:pt x="1902" y="106"/>
                      <a:pt x="1902" y="106"/>
                    </a:cubicBezTo>
                    <a:cubicBezTo>
                      <a:pt x="1902" y="106"/>
                      <a:pt x="2038" y="102"/>
                      <a:pt x="2038" y="218"/>
                    </a:cubicBezTo>
                    <a:cubicBezTo>
                      <a:pt x="2014" y="218"/>
                      <a:pt x="2014" y="218"/>
                      <a:pt x="2014" y="218"/>
                    </a:cubicBezTo>
                    <a:cubicBezTo>
                      <a:pt x="2014" y="249"/>
                      <a:pt x="2014" y="249"/>
                      <a:pt x="2014" y="249"/>
                    </a:cubicBezTo>
                    <a:cubicBezTo>
                      <a:pt x="2038" y="263"/>
                      <a:pt x="2038" y="263"/>
                      <a:pt x="2038" y="263"/>
                    </a:cubicBezTo>
                    <a:cubicBezTo>
                      <a:pt x="2038" y="760"/>
                      <a:pt x="2038" y="760"/>
                      <a:pt x="2038" y="760"/>
                    </a:cubicBezTo>
                    <a:cubicBezTo>
                      <a:pt x="2086" y="760"/>
                      <a:pt x="2086" y="760"/>
                      <a:pt x="2086" y="760"/>
                    </a:cubicBezTo>
                    <a:cubicBezTo>
                      <a:pt x="2086" y="263"/>
                      <a:pt x="2086" y="263"/>
                      <a:pt x="2086" y="263"/>
                    </a:cubicBezTo>
                    <a:cubicBezTo>
                      <a:pt x="2110" y="249"/>
                      <a:pt x="2110" y="249"/>
                      <a:pt x="2110" y="249"/>
                    </a:cubicBezTo>
                    <a:cubicBezTo>
                      <a:pt x="2110" y="218"/>
                      <a:pt x="2110" y="218"/>
                      <a:pt x="2110" y="218"/>
                    </a:cubicBezTo>
                    <a:cubicBezTo>
                      <a:pt x="2086" y="218"/>
                      <a:pt x="2086" y="218"/>
                      <a:pt x="2086" y="218"/>
                    </a:cubicBezTo>
                    <a:cubicBezTo>
                      <a:pt x="2086" y="102"/>
                      <a:pt x="2222" y="106"/>
                      <a:pt x="2222" y="106"/>
                    </a:cubicBezTo>
                    <a:cubicBezTo>
                      <a:pt x="2222" y="106"/>
                      <a:pt x="2358" y="102"/>
                      <a:pt x="2358" y="218"/>
                    </a:cubicBezTo>
                    <a:cubicBezTo>
                      <a:pt x="2334" y="218"/>
                      <a:pt x="2334" y="218"/>
                      <a:pt x="2334" y="218"/>
                    </a:cubicBezTo>
                    <a:cubicBezTo>
                      <a:pt x="2334" y="249"/>
                      <a:pt x="2334" y="249"/>
                      <a:pt x="2334" y="249"/>
                    </a:cubicBezTo>
                    <a:cubicBezTo>
                      <a:pt x="2358" y="263"/>
                      <a:pt x="2358" y="263"/>
                      <a:pt x="2358" y="263"/>
                    </a:cubicBezTo>
                    <a:cubicBezTo>
                      <a:pt x="2358" y="760"/>
                      <a:pt x="2358" y="760"/>
                      <a:pt x="2358" y="760"/>
                    </a:cubicBezTo>
                    <a:cubicBezTo>
                      <a:pt x="2395" y="760"/>
                      <a:pt x="2395" y="760"/>
                      <a:pt x="2395" y="760"/>
                    </a:cubicBezTo>
                    <a:cubicBezTo>
                      <a:pt x="2395" y="263"/>
                      <a:pt x="2395" y="263"/>
                      <a:pt x="2395" y="263"/>
                    </a:cubicBezTo>
                    <a:cubicBezTo>
                      <a:pt x="2420" y="249"/>
                      <a:pt x="2420" y="249"/>
                      <a:pt x="2420" y="249"/>
                    </a:cubicBezTo>
                    <a:cubicBezTo>
                      <a:pt x="2420" y="218"/>
                      <a:pt x="2420" y="218"/>
                      <a:pt x="2420" y="218"/>
                    </a:cubicBezTo>
                    <a:cubicBezTo>
                      <a:pt x="2395" y="218"/>
                      <a:pt x="2395" y="218"/>
                      <a:pt x="2395" y="218"/>
                    </a:cubicBezTo>
                    <a:cubicBezTo>
                      <a:pt x="2395" y="102"/>
                      <a:pt x="2531" y="106"/>
                      <a:pt x="2531" y="106"/>
                    </a:cubicBezTo>
                    <a:cubicBezTo>
                      <a:pt x="2531" y="106"/>
                      <a:pt x="2667" y="102"/>
                      <a:pt x="2667" y="218"/>
                    </a:cubicBezTo>
                    <a:cubicBezTo>
                      <a:pt x="2643" y="218"/>
                      <a:pt x="2643" y="218"/>
                      <a:pt x="2643" y="218"/>
                    </a:cubicBezTo>
                    <a:cubicBezTo>
                      <a:pt x="2643" y="249"/>
                      <a:pt x="2643" y="249"/>
                      <a:pt x="2643" y="249"/>
                    </a:cubicBezTo>
                    <a:cubicBezTo>
                      <a:pt x="2667" y="263"/>
                      <a:pt x="2667" y="263"/>
                      <a:pt x="2667" y="263"/>
                    </a:cubicBezTo>
                    <a:cubicBezTo>
                      <a:pt x="2667" y="760"/>
                      <a:pt x="2667" y="760"/>
                      <a:pt x="2667" y="760"/>
                    </a:cubicBezTo>
                    <a:cubicBezTo>
                      <a:pt x="2715" y="760"/>
                      <a:pt x="2715" y="760"/>
                      <a:pt x="2715" y="760"/>
                    </a:cubicBezTo>
                    <a:cubicBezTo>
                      <a:pt x="2715" y="263"/>
                      <a:pt x="2715" y="263"/>
                      <a:pt x="2715" y="263"/>
                    </a:cubicBezTo>
                    <a:cubicBezTo>
                      <a:pt x="2739" y="249"/>
                      <a:pt x="2739" y="249"/>
                      <a:pt x="2739" y="249"/>
                    </a:cubicBezTo>
                    <a:cubicBezTo>
                      <a:pt x="2739" y="218"/>
                      <a:pt x="2739" y="218"/>
                      <a:pt x="2739" y="218"/>
                    </a:cubicBezTo>
                    <a:cubicBezTo>
                      <a:pt x="2715" y="218"/>
                      <a:pt x="2715" y="218"/>
                      <a:pt x="2715" y="218"/>
                    </a:cubicBezTo>
                    <a:cubicBezTo>
                      <a:pt x="2715" y="102"/>
                      <a:pt x="2851" y="106"/>
                      <a:pt x="2851" y="106"/>
                    </a:cubicBezTo>
                    <a:cubicBezTo>
                      <a:pt x="2851" y="106"/>
                      <a:pt x="2855" y="106"/>
                      <a:pt x="2861" y="106"/>
                    </a:cubicBezTo>
                    <a:cubicBezTo>
                      <a:pt x="2861" y="0"/>
                      <a:pt x="2861" y="0"/>
                      <a:pt x="2861" y="0"/>
                    </a:cubicBezTo>
                    <a:cubicBezTo>
                      <a:pt x="0" y="0"/>
                      <a:pt x="0" y="0"/>
                      <a:pt x="0" y="0"/>
                    </a:cubicBezTo>
                    <a:lnTo>
                      <a:pt x="0" y="10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86" name="Google Shape;486;p9"/>
              <p:cNvGrpSpPr/>
              <p:nvPr/>
            </p:nvGrpSpPr>
            <p:grpSpPr>
              <a:xfrm>
                <a:off x="522242" y="3004104"/>
                <a:ext cx="4945824" cy="77100"/>
                <a:chOff x="522242" y="3004104"/>
                <a:chExt cx="4945824" cy="77100"/>
              </a:xfrm>
            </p:grpSpPr>
            <p:sp>
              <p:nvSpPr>
                <p:cNvPr id="487" name="Google Shape;487;p9"/>
                <p:cNvSpPr/>
                <p:nvPr/>
              </p:nvSpPr>
              <p:spPr>
                <a:xfrm>
                  <a:off x="1137793"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9"/>
                <p:cNvSpPr/>
                <p:nvPr/>
              </p:nvSpPr>
              <p:spPr>
                <a:xfrm>
                  <a:off x="522242"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 name="Google Shape;489;p9"/>
                <p:cNvSpPr/>
                <p:nvPr/>
              </p:nvSpPr>
              <p:spPr>
                <a:xfrm>
                  <a:off x="236270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 name="Google Shape;490;p9"/>
                <p:cNvSpPr/>
                <p:nvPr/>
              </p:nvSpPr>
              <p:spPr>
                <a:xfrm>
                  <a:off x="1747156"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9"/>
                <p:cNvSpPr/>
                <p:nvPr/>
              </p:nvSpPr>
              <p:spPr>
                <a:xfrm>
                  <a:off x="358452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9"/>
                <p:cNvSpPr/>
                <p:nvPr/>
              </p:nvSpPr>
              <p:spPr>
                <a:xfrm>
                  <a:off x="2972070"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9"/>
                <p:cNvSpPr/>
                <p:nvPr/>
              </p:nvSpPr>
              <p:spPr>
                <a:xfrm>
                  <a:off x="4787789"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9"/>
                <p:cNvSpPr/>
                <p:nvPr/>
              </p:nvSpPr>
              <p:spPr>
                <a:xfrm>
                  <a:off x="5390965"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9"/>
                <p:cNvSpPr/>
                <p:nvPr/>
              </p:nvSpPr>
              <p:spPr>
                <a:xfrm>
                  <a:off x="4175332"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96" name="Google Shape;496;p9"/>
          <p:cNvGrpSpPr/>
          <p:nvPr/>
        </p:nvGrpSpPr>
        <p:grpSpPr>
          <a:xfrm>
            <a:off x="5497061" y="3817015"/>
            <a:ext cx="3967933" cy="573236"/>
            <a:chOff x="1134148" y="4193002"/>
            <a:chExt cx="4953725" cy="715650"/>
          </a:xfrm>
        </p:grpSpPr>
        <p:sp>
          <p:nvSpPr>
            <p:cNvPr id="497" name="Google Shape;497;p9"/>
            <p:cNvSpPr/>
            <p:nvPr/>
          </p:nvSpPr>
          <p:spPr>
            <a:xfrm>
              <a:off x="4192744" y="4806036"/>
              <a:ext cx="455790" cy="102616"/>
            </a:xfrm>
            <a:custGeom>
              <a:avLst/>
              <a:gdLst/>
              <a:ahLst/>
              <a:cxnLst/>
              <a:rect l="l" t="t" r="r" b="b"/>
              <a:pathLst>
                <a:path w="297" h="67" extrusionOk="0">
                  <a:moveTo>
                    <a:pt x="285" y="8"/>
                  </a:moveTo>
                  <a:cubicBezTo>
                    <a:pt x="288" y="0"/>
                    <a:pt x="288" y="0"/>
                    <a:pt x="288" y="0"/>
                  </a:cubicBezTo>
                  <a:cubicBezTo>
                    <a:pt x="19" y="0"/>
                    <a:pt x="19" y="0"/>
                    <a:pt x="19" y="0"/>
                  </a:cubicBezTo>
                  <a:cubicBezTo>
                    <a:pt x="19" y="4"/>
                    <a:pt x="19" y="4"/>
                    <a:pt x="19"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4" y="67"/>
                  </a:cubicBezTo>
                  <a:cubicBezTo>
                    <a:pt x="209" y="67"/>
                    <a:pt x="221" y="58"/>
                    <a:pt x="226" y="45"/>
                  </a:cubicBezTo>
                  <a:cubicBezTo>
                    <a:pt x="233" y="45"/>
                    <a:pt x="233" y="45"/>
                    <a:pt x="233" y="45"/>
                  </a:cubicBezTo>
                  <a:cubicBezTo>
                    <a:pt x="237" y="58"/>
                    <a:pt x="250" y="67"/>
                    <a:pt x="264" y="67"/>
                  </a:cubicBezTo>
                  <a:cubicBezTo>
                    <a:pt x="282" y="67"/>
                    <a:pt x="297" y="52"/>
                    <a:pt x="297" y="34"/>
                  </a:cubicBezTo>
                  <a:cubicBezTo>
                    <a:pt x="297"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9"/>
            <p:cNvSpPr/>
            <p:nvPr/>
          </p:nvSpPr>
          <p:spPr>
            <a:xfrm>
              <a:off x="5429509" y="4806036"/>
              <a:ext cx="457124" cy="102616"/>
            </a:xfrm>
            <a:custGeom>
              <a:avLst/>
              <a:gdLst/>
              <a:ahLst/>
              <a:cxnLst/>
              <a:rect l="l" t="t" r="r" b="b"/>
              <a:pathLst>
                <a:path w="298" h="67" extrusionOk="0">
                  <a:moveTo>
                    <a:pt x="285" y="8"/>
                  </a:moveTo>
                  <a:cubicBezTo>
                    <a:pt x="288" y="0"/>
                    <a:pt x="288" y="0"/>
                    <a:pt x="288" y="0"/>
                  </a:cubicBezTo>
                  <a:cubicBezTo>
                    <a:pt x="20" y="0"/>
                    <a:pt x="20" y="0"/>
                    <a:pt x="20" y="0"/>
                  </a:cubicBezTo>
                  <a:cubicBezTo>
                    <a:pt x="20" y="4"/>
                    <a:pt x="20" y="4"/>
                    <a:pt x="20"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5" y="67"/>
                  </a:cubicBezTo>
                  <a:cubicBezTo>
                    <a:pt x="209" y="67"/>
                    <a:pt x="221" y="58"/>
                    <a:pt x="226" y="45"/>
                  </a:cubicBezTo>
                  <a:cubicBezTo>
                    <a:pt x="233" y="45"/>
                    <a:pt x="233" y="45"/>
                    <a:pt x="233" y="45"/>
                  </a:cubicBezTo>
                  <a:cubicBezTo>
                    <a:pt x="238" y="58"/>
                    <a:pt x="250" y="67"/>
                    <a:pt x="264" y="67"/>
                  </a:cubicBezTo>
                  <a:cubicBezTo>
                    <a:pt x="283" y="67"/>
                    <a:pt x="298" y="52"/>
                    <a:pt x="298" y="34"/>
                  </a:cubicBezTo>
                  <a:cubicBezTo>
                    <a:pt x="298"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9"/>
            <p:cNvSpPr/>
            <p:nvPr/>
          </p:nvSpPr>
          <p:spPr>
            <a:xfrm>
              <a:off x="3991502" y="4251640"/>
              <a:ext cx="2096370" cy="586381"/>
            </a:xfrm>
            <a:custGeom>
              <a:avLst/>
              <a:gdLst/>
              <a:ahLst/>
              <a:cxnLst/>
              <a:rect l="l" t="t" r="r" b="b"/>
              <a:pathLst>
                <a:path w="1365" h="382" extrusionOk="0">
                  <a:moveTo>
                    <a:pt x="1343" y="0"/>
                  </a:moveTo>
                  <a:cubicBezTo>
                    <a:pt x="22" y="0"/>
                    <a:pt x="22" y="0"/>
                    <a:pt x="22" y="0"/>
                  </a:cubicBezTo>
                  <a:cubicBezTo>
                    <a:pt x="9" y="0"/>
                    <a:pt x="0" y="10"/>
                    <a:pt x="0" y="22"/>
                  </a:cubicBezTo>
                  <a:cubicBezTo>
                    <a:pt x="0" y="360"/>
                    <a:pt x="0" y="360"/>
                    <a:pt x="0" y="360"/>
                  </a:cubicBezTo>
                  <a:cubicBezTo>
                    <a:pt x="0" y="372"/>
                    <a:pt x="9" y="382"/>
                    <a:pt x="22" y="382"/>
                  </a:cubicBezTo>
                  <a:cubicBezTo>
                    <a:pt x="1343" y="382"/>
                    <a:pt x="1343" y="382"/>
                    <a:pt x="1343" y="382"/>
                  </a:cubicBezTo>
                  <a:cubicBezTo>
                    <a:pt x="1355" y="382"/>
                    <a:pt x="1365" y="372"/>
                    <a:pt x="1365" y="360"/>
                  </a:cubicBezTo>
                  <a:cubicBezTo>
                    <a:pt x="1365" y="22"/>
                    <a:pt x="1365" y="22"/>
                    <a:pt x="1365" y="22"/>
                  </a:cubicBezTo>
                  <a:cubicBezTo>
                    <a:pt x="1365" y="10"/>
                    <a:pt x="1355" y="0"/>
                    <a:pt x="13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9"/>
            <p:cNvSpPr/>
            <p:nvPr/>
          </p:nvSpPr>
          <p:spPr>
            <a:xfrm>
              <a:off x="3991502" y="4744732"/>
              <a:ext cx="2096369" cy="150593"/>
            </a:xfrm>
            <a:custGeom>
              <a:avLst/>
              <a:gdLst/>
              <a:ahLst/>
              <a:cxnLst/>
              <a:rect l="l" t="t" r="r" b="b"/>
              <a:pathLst>
                <a:path w="1573" h="113" extrusionOk="0">
                  <a:moveTo>
                    <a:pt x="1541" y="0"/>
                  </a:moveTo>
                  <a:lnTo>
                    <a:pt x="1535" y="10"/>
                  </a:lnTo>
                  <a:lnTo>
                    <a:pt x="1535" y="33"/>
                  </a:lnTo>
                  <a:lnTo>
                    <a:pt x="38" y="33"/>
                  </a:lnTo>
                  <a:lnTo>
                    <a:pt x="38" y="10"/>
                  </a:lnTo>
                  <a:lnTo>
                    <a:pt x="32" y="0"/>
                  </a:lnTo>
                  <a:lnTo>
                    <a:pt x="0" y="0"/>
                  </a:lnTo>
                  <a:lnTo>
                    <a:pt x="0" y="85"/>
                  </a:lnTo>
                  <a:lnTo>
                    <a:pt x="131" y="85"/>
                  </a:lnTo>
                  <a:lnTo>
                    <a:pt x="155" y="56"/>
                  </a:lnTo>
                  <a:lnTo>
                    <a:pt x="501" y="56"/>
                  </a:lnTo>
                  <a:lnTo>
                    <a:pt x="523" y="113"/>
                  </a:lnTo>
                  <a:lnTo>
                    <a:pt x="1050" y="113"/>
                  </a:lnTo>
                  <a:lnTo>
                    <a:pt x="1071" y="56"/>
                  </a:lnTo>
                  <a:lnTo>
                    <a:pt x="1416" y="56"/>
                  </a:lnTo>
                  <a:lnTo>
                    <a:pt x="1442" y="85"/>
                  </a:lnTo>
                  <a:lnTo>
                    <a:pt x="1573" y="85"/>
                  </a:lnTo>
                  <a:lnTo>
                    <a:pt x="1573" y="0"/>
                  </a:lnTo>
                  <a:lnTo>
                    <a:pt x="1541"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 name="Google Shape;501;p9"/>
            <p:cNvSpPr/>
            <p:nvPr/>
          </p:nvSpPr>
          <p:spPr>
            <a:xfrm>
              <a:off x="4729830" y="4820695"/>
              <a:ext cx="619800" cy="33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 name="Google Shape;502;p9"/>
            <p:cNvSpPr/>
            <p:nvPr/>
          </p:nvSpPr>
          <p:spPr>
            <a:xfrm>
              <a:off x="4107450" y="4710083"/>
              <a:ext cx="1875000" cy="348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 name="Google Shape;503;p9"/>
            <p:cNvSpPr/>
            <p:nvPr/>
          </p:nvSpPr>
          <p:spPr>
            <a:xfrm>
              <a:off x="4107450" y="4684761"/>
              <a:ext cx="1875000" cy="10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 name="Google Shape;504;p9"/>
            <p:cNvSpPr/>
            <p:nvPr/>
          </p:nvSpPr>
          <p:spPr>
            <a:xfrm>
              <a:off x="4098120" y="4226319"/>
              <a:ext cx="507600" cy="25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 name="Google Shape;505;p9"/>
            <p:cNvSpPr/>
            <p:nvPr/>
          </p:nvSpPr>
          <p:spPr>
            <a:xfrm>
              <a:off x="5460161" y="4226319"/>
              <a:ext cx="505200" cy="25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 name="Google Shape;506;p9"/>
            <p:cNvSpPr/>
            <p:nvPr/>
          </p:nvSpPr>
          <p:spPr>
            <a:xfrm>
              <a:off x="4071466" y="4335599"/>
              <a:ext cx="1935111" cy="175914"/>
            </a:xfrm>
            <a:custGeom>
              <a:avLst/>
              <a:gdLst/>
              <a:ahLst/>
              <a:cxnLst/>
              <a:rect l="l" t="t" r="r" b="b"/>
              <a:pathLst>
                <a:path w="1260" h="114" extrusionOk="0">
                  <a:moveTo>
                    <a:pt x="1240" y="0"/>
                  </a:moveTo>
                  <a:cubicBezTo>
                    <a:pt x="20" y="0"/>
                    <a:pt x="20" y="0"/>
                    <a:pt x="20" y="0"/>
                  </a:cubicBezTo>
                  <a:cubicBezTo>
                    <a:pt x="9" y="0"/>
                    <a:pt x="0" y="9"/>
                    <a:pt x="0" y="20"/>
                  </a:cubicBezTo>
                  <a:cubicBezTo>
                    <a:pt x="0" y="94"/>
                    <a:pt x="0" y="94"/>
                    <a:pt x="0" y="94"/>
                  </a:cubicBezTo>
                  <a:cubicBezTo>
                    <a:pt x="0" y="105"/>
                    <a:pt x="9" y="114"/>
                    <a:pt x="20" y="114"/>
                  </a:cubicBezTo>
                  <a:cubicBezTo>
                    <a:pt x="1240" y="114"/>
                    <a:pt x="1240" y="114"/>
                    <a:pt x="1240" y="114"/>
                  </a:cubicBezTo>
                  <a:cubicBezTo>
                    <a:pt x="1251" y="114"/>
                    <a:pt x="1260" y="105"/>
                    <a:pt x="1260" y="94"/>
                  </a:cubicBezTo>
                  <a:cubicBezTo>
                    <a:pt x="1260" y="20"/>
                    <a:pt x="1260" y="20"/>
                    <a:pt x="1260" y="20"/>
                  </a:cubicBezTo>
                  <a:cubicBezTo>
                    <a:pt x="1260" y="9"/>
                    <a:pt x="1251" y="0"/>
                    <a:pt x="124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 name="Google Shape;507;p9"/>
            <p:cNvSpPr/>
            <p:nvPr/>
          </p:nvSpPr>
          <p:spPr>
            <a:xfrm>
              <a:off x="4369995" y="4335599"/>
              <a:ext cx="54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9"/>
            <p:cNvSpPr/>
            <p:nvPr/>
          </p:nvSpPr>
          <p:spPr>
            <a:xfrm>
              <a:off x="4369995" y="4335599"/>
              <a:ext cx="5331" cy="175914"/>
            </a:xfrm>
            <a:custGeom>
              <a:avLst/>
              <a:gdLst/>
              <a:ahLst/>
              <a:cxnLst/>
              <a:rect l="l" t="t" r="r" b="b"/>
              <a:pathLst>
                <a:path w="4" h="132" extrusionOk="0">
                  <a:moveTo>
                    <a:pt x="0" y="0"/>
                  </a:moveTo>
                  <a:lnTo>
                    <a:pt x="0" y="132"/>
                  </a:lnTo>
                  <a:lnTo>
                    <a:pt x="4" y="132"/>
                  </a:lnTo>
                  <a:lnTo>
                    <a:pt x="4"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 name="Google Shape;509;p9"/>
            <p:cNvSpPr/>
            <p:nvPr/>
          </p:nvSpPr>
          <p:spPr>
            <a:xfrm>
              <a:off x="4815124"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 name="Google Shape;510;p9"/>
            <p:cNvSpPr/>
            <p:nvPr/>
          </p:nvSpPr>
          <p:spPr>
            <a:xfrm>
              <a:off x="4815124"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 name="Google Shape;511;p9"/>
            <p:cNvSpPr/>
            <p:nvPr/>
          </p:nvSpPr>
          <p:spPr>
            <a:xfrm>
              <a:off x="5260253"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9"/>
            <p:cNvSpPr/>
            <p:nvPr/>
          </p:nvSpPr>
          <p:spPr>
            <a:xfrm>
              <a:off x="5260253"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9"/>
            <p:cNvSpPr/>
            <p:nvPr/>
          </p:nvSpPr>
          <p:spPr>
            <a:xfrm>
              <a:off x="5704050"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9"/>
            <p:cNvSpPr/>
            <p:nvPr/>
          </p:nvSpPr>
          <p:spPr>
            <a:xfrm>
              <a:off x="5704050"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9"/>
            <p:cNvSpPr/>
            <p:nvPr/>
          </p:nvSpPr>
          <p:spPr>
            <a:xfrm>
              <a:off x="3964848" y="4260968"/>
              <a:ext cx="26700" cy="553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9"/>
            <p:cNvSpPr/>
            <p:nvPr/>
          </p:nvSpPr>
          <p:spPr>
            <a:xfrm>
              <a:off x="1779185" y="4806036"/>
              <a:ext cx="455790" cy="102616"/>
            </a:xfrm>
            <a:custGeom>
              <a:avLst/>
              <a:gdLst/>
              <a:ahLst/>
              <a:cxnLst/>
              <a:rect l="l" t="t" r="r" b="b"/>
              <a:pathLst>
                <a:path w="297" h="67" extrusionOk="0">
                  <a:moveTo>
                    <a:pt x="285" y="8"/>
                  </a:moveTo>
                  <a:cubicBezTo>
                    <a:pt x="288" y="0"/>
                    <a:pt x="288" y="0"/>
                    <a:pt x="288" y="0"/>
                  </a:cubicBezTo>
                  <a:cubicBezTo>
                    <a:pt x="19" y="0"/>
                    <a:pt x="19" y="0"/>
                    <a:pt x="19" y="0"/>
                  </a:cubicBezTo>
                  <a:cubicBezTo>
                    <a:pt x="19" y="4"/>
                    <a:pt x="19" y="4"/>
                    <a:pt x="19" y="4"/>
                  </a:cubicBezTo>
                  <a:cubicBezTo>
                    <a:pt x="8" y="9"/>
                    <a:pt x="0" y="20"/>
                    <a:pt x="0" y="34"/>
                  </a:cubicBezTo>
                  <a:cubicBezTo>
                    <a:pt x="0" y="52"/>
                    <a:pt x="15" y="67"/>
                    <a:pt x="33" y="67"/>
                  </a:cubicBezTo>
                  <a:cubicBezTo>
                    <a:pt x="48" y="67"/>
                    <a:pt x="60" y="58"/>
                    <a:pt x="65" y="45"/>
                  </a:cubicBezTo>
                  <a:cubicBezTo>
                    <a:pt x="72" y="45"/>
                    <a:pt x="72" y="45"/>
                    <a:pt x="72" y="45"/>
                  </a:cubicBezTo>
                  <a:cubicBezTo>
                    <a:pt x="76" y="58"/>
                    <a:pt x="88" y="67"/>
                    <a:pt x="103" y="67"/>
                  </a:cubicBezTo>
                  <a:cubicBezTo>
                    <a:pt x="117" y="67"/>
                    <a:pt x="130" y="58"/>
                    <a:pt x="134" y="45"/>
                  </a:cubicBezTo>
                  <a:cubicBezTo>
                    <a:pt x="163" y="45"/>
                    <a:pt x="163" y="45"/>
                    <a:pt x="163" y="45"/>
                  </a:cubicBezTo>
                  <a:cubicBezTo>
                    <a:pt x="168" y="58"/>
                    <a:pt x="180" y="67"/>
                    <a:pt x="194" y="67"/>
                  </a:cubicBezTo>
                  <a:cubicBezTo>
                    <a:pt x="209" y="67"/>
                    <a:pt x="221" y="58"/>
                    <a:pt x="225" y="45"/>
                  </a:cubicBezTo>
                  <a:cubicBezTo>
                    <a:pt x="232" y="45"/>
                    <a:pt x="232" y="45"/>
                    <a:pt x="232" y="45"/>
                  </a:cubicBezTo>
                  <a:cubicBezTo>
                    <a:pt x="237" y="58"/>
                    <a:pt x="249" y="67"/>
                    <a:pt x="264" y="67"/>
                  </a:cubicBezTo>
                  <a:cubicBezTo>
                    <a:pt x="282" y="67"/>
                    <a:pt x="297" y="52"/>
                    <a:pt x="297" y="34"/>
                  </a:cubicBezTo>
                  <a:cubicBezTo>
                    <a:pt x="297" y="23"/>
                    <a:pt x="292"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 name="Google Shape;517;p9"/>
            <p:cNvSpPr/>
            <p:nvPr/>
          </p:nvSpPr>
          <p:spPr>
            <a:xfrm>
              <a:off x="3350464" y="4806036"/>
              <a:ext cx="458456" cy="102616"/>
            </a:xfrm>
            <a:custGeom>
              <a:avLst/>
              <a:gdLst/>
              <a:ahLst/>
              <a:cxnLst/>
              <a:rect l="l" t="t" r="r" b="b"/>
              <a:pathLst>
                <a:path w="298" h="67" extrusionOk="0">
                  <a:moveTo>
                    <a:pt x="285" y="8"/>
                  </a:moveTo>
                  <a:cubicBezTo>
                    <a:pt x="288" y="0"/>
                    <a:pt x="288" y="0"/>
                    <a:pt x="288" y="0"/>
                  </a:cubicBezTo>
                  <a:cubicBezTo>
                    <a:pt x="20" y="0"/>
                    <a:pt x="20" y="0"/>
                    <a:pt x="20" y="0"/>
                  </a:cubicBezTo>
                  <a:cubicBezTo>
                    <a:pt x="20" y="4"/>
                    <a:pt x="20" y="4"/>
                    <a:pt x="20"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5" y="67"/>
                  </a:cubicBezTo>
                  <a:cubicBezTo>
                    <a:pt x="209" y="67"/>
                    <a:pt x="221" y="58"/>
                    <a:pt x="226" y="45"/>
                  </a:cubicBezTo>
                  <a:cubicBezTo>
                    <a:pt x="233" y="45"/>
                    <a:pt x="233" y="45"/>
                    <a:pt x="233" y="45"/>
                  </a:cubicBezTo>
                  <a:cubicBezTo>
                    <a:pt x="238" y="58"/>
                    <a:pt x="250" y="67"/>
                    <a:pt x="264" y="67"/>
                  </a:cubicBezTo>
                  <a:cubicBezTo>
                    <a:pt x="283" y="67"/>
                    <a:pt x="298" y="52"/>
                    <a:pt x="298" y="34"/>
                  </a:cubicBezTo>
                  <a:cubicBezTo>
                    <a:pt x="298"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 name="Google Shape;518;p9"/>
            <p:cNvSpPr/>
            <p:nvPr/>
          </p:nvSpPr>
          <p:spPr>
            <a:xfrm>
              <a:off x="1330059" y="4251640"/>
              <a:ext cx="2634789" cy="569056"/>
            </a:xfrm>
            <a:custGeom>
              <a:avLst/>
              <a:gdLst/>
              <a:ahLst/>
              <a:cxnLst/>
              <a:rect l="l" t="t" r="r" b="b"/>
              <a:pathLst>
                <a:path w="1715" h="371" extrusionOk="0">
                  <a:moveTo>
                    <a:pt x="451" y="0"/>
                  </a:moveTo>
                  <a:cubicBezTo>
                    <a:pt x="369" y="108"/>
                    <a:pt x="369" y="108"/>
                    <a:pt x="369" y="108"/>
                  </a:cubicBezTo>
                  <a:cubicBezTo>
                    <a:pt x="291" y="108"/>
                    <a:pt x="291" y="108"/>
                    <a:pt x="291" y="108"/>
                  </a:cubicBezTo>
                  <a:cubicBezTo>
                    <a:pt x="217" y="108"/>
                    <a:pt x="148" y="145"/>
                    <a:pt x="107" y="207"/>
                  </a:cubicBezTo>
                  <a:cubicBezTo>
                    <a:pt x="0" y="371"/>
                    <a:pt x="0" y="371"/>
                    <a:pt x="0" y="371"/>
                  </a:cubicBezTo>
                  <a:cubicBezTo>
                    <a:pt x="1715" y="371"/>
                    <a:pt x="1715" y="371"/>
                    <a:pt x="1715" y="371"/>
                  </a:cubicBezTo>
                  <a:cubicBezTo>
                    <a:pt x="1715" y="0"/>
                    <a:pt x="1715" y="0"/>
                    <a:pt x="1715" y="0"/>
                  </a:cubicBezTo>
                  <a:lnTo>
                    <a:pt x="451"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 name="Google Shape;519;p9"/>
            <p:cNvSpPr/>
            <p:nvPr/>
          </p:nvSpPr>
          <p:spPr>
            <a:xfrm>
              <a:off x="1476658" y="4447544"/>
              <a:ext cx="158594" cy="118608"/>
            </a:xfrm>
            <a:custGeom>
              <a:avLst/>
              <a:gdLst/>
              <a:ahLst/>
              <a:cxnLst/>
              <a:rect l="l" t="t" r="r" b="b"/>
              <a:pathLst>
                <a:path w="119" h="89" extrusionOk="0">
                  <a:moveTo>
                    <a:pt x="119" y="0"/>
                  </a:moveTo>
                  <a:lnTo>
                    <a:pt x="69" y="0"/>
                  </a:lnTo>
                  <a:lnTo>
                    <a:pt x="0" y="89"/>
                  </a:lnTo>
                  <a:lnTo>
                    <a:pt x="14" y="89"/>
                  </a:lnTo>
                  <a:lnTo>
                    <a:pt x="119"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 name="Google Shape;520;p9"/>
            <p:cNvSpPr/>
            <p:nvPr/>
          </p:nvSpPr>
          <p:spPr>
            <a:xfrm>
              <a:off x="1899130" y="4744732"/>
              <a:ext cx="2065716" cy="150593"/>
            </a:xfrm>
            <a:custGeom>
              <a:avLst/>
              <a:gdLst/>
              <a:ahLst/>
              <a:cxnLst/>
              <a:rect l="l" t="t" r="r" b="b"/>
              <a:pathLst>
                <a:path w="1550" h="113" extrusionOk="0">
                  <a:moveTo>
                    <a:pt x="1423" y="0"/>
                  </a:moveTo>
                  <a:lnTo>
                    <a:pt x="1347" y="29"/>
                  </a:lnTo>
                  <a:lnTo>
                    <a:pt x="0" y="29"/>
                  </a:lnTo>
                  <a:lnTo>
                    <a:pt x="0" y="57"/>
                  </a:lnTo>
                  <a:lnTo>
                    <a:pt x="205" y="57"/>
                  </a:lnTo>
                  <a:lnTo>
                    <a:pt x="245" y="113"/>
                  </a:lnTo>
                  <a:lnTo>
                    <a:pt x="1056" y="113"/>
                  </a:lnTo>
                  <a:lnTo>
                    <a:pt x="1105" y="57"/>
                  </a:lnTo>
                  <a:lnTo>
                    <a:pt x="1413" y="57"/>
                  </a:lnTo>
                  <a:lnTo>
                    <a:pt x="1441" y="75"/>
                  </a:lnTo>
                  <a:lnTo>
                    <a:pt x="1550" y="75"/>
                  </a:lnTo>
                  <a:lnTo>
                    <a:pt x="1550" y="0"/>
                  </a:lnTo>
                  <a:lnTo>
                    <a:pt x="142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 name="Google Shape;521;p9"/>
            <p:cNvSpPr/>
            <p:nvPr/>
          </p:nvSpPr>
          <p:spPr>
            <a:xfrm>
              <a:off x="1134148" y="4706084"/>
              <a:ext cx="683686" cy="189241"/>
            </a:xfrm>
            <a:custGeom>
              <a:avLst/>
              <a:gdLst/>
              <a:ahLst/>
              <a:cxnLst/>
              <a:rect l="l" t="t" r="r" b="b"/>
              <a:pathLst>
                <a:path w="445" h="123" extrusionOk="0">
                  <a:moveTo>
                    <a:pt x="318" y="3"/>
                  </a:moveTo>
                  <a:cubicBezTo>
                    <a:pt x="318" y="2"/>
                    <a:pt x="317" y="0"/>
                    <a:pt x="315" y="0"/>
                  </a:cubicBezTo>
                  <a:cubicBezTo>
                    <a:pt x="126" y="0"/>
                    <a:pt x="126" y="0"/>
                    <a:pt x="126" y="0"/>
                  </a:cubicBezTo>
                  <a:cubicBezTo>
                    <a:pt x="124" y="0"/>
                    <a:pt x="123" y="2"/>
                    <a:pt x="123" y="3"/>
                  </a:cubicBezTo>
                  <a:cubicBezTo>
                    <a:pt x="123" y="50"/>
                    <a:pt x="123" y="50"/>
                    <a:pt x="123" y="50"/>
                  </a:cubicBezTo>
                  <a:cubicBezTo>
                    <a:pt x="115" y="50"/>
                    <a:pt x="115" y="50"/>
                    <a:pt x="115" y="50"/>
                  </a:cubicBezTo>
                  <a:cubicBezTo>
                    <a:pt x="109" y="72"/>
                    <a:pt x="109" y="72"/>
                    <a:pt x="109" y="72"/>
                  </a:cubicBezTo>
                  <a:cubicBezTo>
                    <a:pt x="98" y="72"/>
                    <a:pt x="98" y="72"/>
                    <a:pt x="98" y="72"/>
                  </a:cubicBezTo>
                  <a:cubicBezTo>
                    <a:pt x="98" y="72"/>
                    <a:pt x="56" y="123"/>
                    <a:pt x="0" y="123"/>
                  </a:cubicBezTo>
                  <a:cubicBezTo>
                    <a:pt x="428" y="123"/>
                    <a:pt x="428" y="123"/>
                    <a:pt x="428" y="123"/>
                  </a:cubicBezTo>
                  <a:cubicBezTo>
                    <a:pt x="428" y="107"/>
                    <a:pt x="428" y="107"/>
                    <a:pt x="428" y="107"/>
                  </a:cubicBezTo>
                  <a:cubicBezTo>
                    <a:pt x="428" y="107"/>
                    <a:pt x="429" y="89"/>
                    <a:pt x="445" y="89"/>
                  </a:cubicBezTo>
                  <a:cubicBezTo>
                    <a:pt x="445" y="50"/>
                    <a:pt x="445" y="50"/>
                    <a:pt x="445" y="50"/>
                  </a:cubicBezTo>
                  <a:cubicBezTo>
                    <a:pt x="318" y="50"/>
                    <a:pt x="318" y="50"/>
                    <a:pt x="318" y="50"/>
                  </a:cubicBezTo>
                  <a:lnTo>
                    <a:pt x="318" y="3"/>
                  </a:lnTo>
                  <a:close/>
                  <a:moveTo>
                    <a:pt x="312" y="6"/>
                  </a:moveTo>
                  <a:cubicBezTo>
                    <a:pt x="312" y="50"/>
                    <a:pt x="312" y="50"/>
                    <a:pt x="312" y="50"/>
                  </a:cubicBezTo>
                  <a:cubicBezTo>
                    <a:pt x="269" y="50"/>
                    <a:pt x="269" y="50"/>
                    <a:pt x="269" y="50"/>
                  </a:cubicBezTo>
                  <a:cubicBezTo>
                    <a:pt x="269" y="6"/>
                    <a:pt x="269" y="6"/>
                    <a:pt x="269" y="6"/>
                  </a:cubicBezTo>
                  <a:lnTo>
                    <a:pt x="312" y="6"/>
                  </a:lnTo>
                  <a:close/>
                  <a:moveTo>
                    <a:pt x="263" y="6"/>
                  </a:moveTo>
                  <a:cubicBezTo>
                    <a:pt x="263" y="50"/>
                    <a:pt x="263" y="50"/>
                    <a:pt x="263" y="50"/>
                  </a:cubicBezTo>
                  <a:cubicBezTo>
                    <a:pt x="224" y="50"/>
                    <a:pt x="224" y="50"/>
                    <a:pt x="224" y="50"/>
                  </a:cubicBezTo>
                  <a:cubicBezTo>
                    <a:pt x="224" y="6"/>
                    <a:pt x="224" y="6"/>
                    <a:pt x="224" y="6"/>
                  </a:cubicBezTo>
                  <a:lnTo>
                    <a:pt x="263" y="6"/>
                  </a:lnTo>
                  <a:close/>
                  <a:moveTo>
                    <a:pt x="218" y="6"/>
                  </a:moveTo>
                  <a:cubicBezTo>
                    <a:pt x="218" y="50"/>
                    <a:pt x="218" y="50"/>
                    <a:pt x="218" y="50"/>
                  </a:cubicBezTo>
                  <a:cubicBezTo>
                    <a:pt x="178" y="50"/>
                    <a:pt x="178" y="50"/>
                    <a:pt x="178" y="50"/>
                  </a:cubicBezTo>
                  <a:cubicBezTo>
                    <a:pt x="178" y="6"/>
                    <a:pt x="178" y="6"/>
                    <a:pt x="178" y="6"/>
                  </a:cubicBezTo>
                  <a:lnTo>
                    <a:pt x="218" y="6"/>
                  </a:lnTo>
                  <a:close/>
                  <a:moveTo>
                    <a:pt x="129" y="6"/>
                  </a:moveTo>
                  <a:cubicBezTo>
                    <a:pt x="172" y="6"/>
                    <a:pt x="172" y="6"/>
                    <a:pt x="172" y="6"/>
                  </a:cubicBezTo>
                  <a:cubicBezTo>
                    <a:pt x="172" y="50"/>
                    <a:pt x="172" y="50"/>
                    <a:pt x="172" y="50"/>
                  </a:cubicBezTo>
                  <a:cubicBezTo>
                    <a:pt x="129" y="50"/>
                    <a:pt x="129" y="50"/>
                    <a:pt x="129" y="50"/>
                  </a:cubicBezTo>
                  <a:lnTo>
                    <a:pt x="129" y="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9"/>
            <p:cNvSpPr/>
            <p:nvPr/>
          </p:nvSpPr>
          <p:spPr>
            <a:xfrm>
              <a:off x="2261630" y="4827359"/>
              <a:ext cx="994200" cy="306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9"/>
            <p:cNvSpPr/>
            <p:nvPr/>
          </p:nvSpPr>
          <p:spPr>
            <a:xfrm>
              <a:off x="1430012" y="4840686"/>
              <a:ext cx="309300" cy="174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 name="Google Shape;524;p9"/>
            <p:cNvSpPr/>
            <p:nvPr/>
          </p:nvSpPr>
          <p:spPr>
            <a:xfrm>
              <a:off x="3823579" y="4779382"/>
              <a:ext cx="108000" cy="174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 name="Google Shape;525;p9"/>
            <p:cNvSpPr/>
            <p:nvPr/>
          </p:nvSpPr>
          <p:spPr>
            <a:xfrm>
              <a:off x="2184332" y="4214325"/>
              <a:ext cx="1732536" cy="37315"/>
            </a:xfrm>
            <a:custGeom>
              <a:avLst/>
              <a:gdLst/>
              <a:ahLst/>
              <a:cxnLst/>
              <a:rect l="l" t="t" r="r" b="b"/>
              <a:pathLst>
                <a:path w="1300" h="28" extrusionOk="0">
                  <a:moveTo>
                    <a:pt x="0" y="28"/>
                  </a:moveTo>
                  <a:lnTo>
                    <a:pt x="28" y="0"/>
                  </a:lnTo>
                  <a:lnTo>
                    <a:pt x="1285" y="0"/>
                  </a:lnTo>
                  <a:lnTo>
                    <a:pt x="1300" y="28"/>
                  </a:lnTo>
                  <a:lnTo>
                    <a:pt x="0" y="2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 name="Google Shape;526;p9"/>
            <p:cNvSpPr/>
            <p:nvPr/>
          </p:nvSpPr>
          <p:spPr>
            <a:xfrm>
              <a:off x="2314939" y="4193002"/>
              <a:ext cx="2865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 name="Google Shape;527;p9"/>
            <p:cNvSpPr/>
            <p:nvPr/>
          </p:nvSpPr>
          <p:spPr>
            <a:xfrm>
              <a:off x="3479737" y="4193002"/>
              <a:ext cx="2865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 name="Google Shape;528;p9"/>
            <p:cNvSpPr/>
            <p:nvPr/>
          </p:nvSpPr>
          <p:spPr>
            <a:xfrm>
              <a:off x="3170546" y="4193002"/>
              <a:ext cx="2880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 name="Google Shape;529;p9"/>
            <p:cNvSpPr/>
            <p:nvPr/>
          </p:nvSpPr>
          <p:spPr>
            <a:xfrm>
              <a:off x="1911125" y="4300949"/>
              <a:ext cx="273208" cy="95953"/>
            </a:xfrm>
            <a:custGeom>
              <a:avLst/>
              <a:gdLst/>
              <a:ahLst/>
              <a:cxnLst/>
              <a:rect l="l" t="t" r="r" b="b"/>
              <a:pathLst>
                <a:path w="205" h="72" extrusionOk="0">
                  <a:moveTo>
                    <a:pt x="0" y="72"/>
                  </a:moveTo>
                  <a:lnTo>
                    <a:pt x="146" y="72"/>
                  </a:lnTo>
                  <a:lnTo>
                    <a:pt x="205" y="0"/>
                  </a:lnTo>
                  <a:lnTo>
                    <a:pt x="58" y="0"/>
                  </a:lnTo>
                  <a:lnTo>
                    <a:pt x="0" y="7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0" name="Google Shape;530;p9"/>
            <p:cNvSpPr/>
            <p:nvPr/>
          </p:nvSpPr>
          <p:spPr>
            <a:xfrm>
              <a:off x="2837366" y="4340929"/>
              <a:ext cx="294532" cy="135934"/>
            </a:xfrm>
            <a:custGeom>
              <a:avLst/>
              <a:gdLst/>
              <a:ahLst/>
              <a:cxnLst/>
              <a:rect l="l" t="t" r="r" b="b"/>
              <a:pathLst>
                <a:path w="192" h="89" extrusionOk="0">
                  <a:moveTo>
                    <a:pt x="171" y="0"/>
                  </a:moveTo>
                  <a:cubicBezTo>
                    <a:pt x="21" y="0"/>
                    <a:pt x="21" y="0"/>
                    <a:pt x="21" y="0"/>
                  </a:cubicBezTo>
                  <a:cubicBezTo>
                    <a:pt x="9" y="0"/>
                    <a:pt x="0" y="10"/>
                    <a:pt x="0" y="22"/>
                  </a:cubicBezTo>
                  <a:cubicBezTo>
                    <a:pt x="0" y="68"/>
                    <a:pt x="0" y="68"/>
                    <a:pt x="0" y="68"/>
                  </a:cubicBezTo>
                  <a:cubicBezTo>
                    <a:pt x="0" y="79"/>
                    <a:pt x="9" y="89"/>
                    <a:pt x="21" y="89"/>
                  </a:cubicBezTo>
                  <a:cubicBezTo>
                    <a:pt x="171" y="89"/>
                    <a:pt x="171" y="89"/>
                    <a:pt x="171" y="89"/>
                  </a:cubicBezTo>
                  <a:cubicBezTo>
                    <a:pt x="183" y="89"/>
                    <a:pt x="192" y="79"/>
                    <a:pt x="192" y="68"/>
                  </a:cubicBezTo>
                  <a:cubicBezTo>
                    <a:pt x="192" y="22"/>
                    <a:pt x="192" y="22"/>
                    <a:pt x="192" y="22"/>
                  </a:cubicBezTo>
                  <a:cubicBezTo>
                    <a:pt x="192" y="10"/>
                    <a:pt x="183" y="0"/>
                    <a:pt x="17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1" name="Google Shape;531;p9"/>
            <p:cNvSpPr/>
            <p:nvPr/>
          </p:nvSpPr>
          <p:spPr>
            <a:xfrm>
              <a:off x="3166548" y="4340929"/>
              <a:ext cx="295864" cy="135934"/>
            </a:xfrm>
            <a:custGeom>
              <a:avLst/>
              <a:gdLst/>
              <a:ahLst/>
              <a:cxnLst/>
              <a:rect l="l" t="t" r="r" b="b"/>
              <a:pathLst>
                <a:path w="193" h="89" extrusionOk="0">
                  <a:moveTo>
                    <a:pt x="172" y="0"/>
                  </a:moveTo>
                  <a:cubicBezTo>
                    <a:pt x="22" y="0"/>
                    <a:pt x="22" y="0"/>
                    <a:pt x="22" y="0"/>
                  </a:cubicBezTo>
                  <a:cubicBezTo>
                    <a:pt x="10" y="0"/>
                    <a:pt x="0" y="10"/>
                    <a:pt x="0" y="22"/>
                  </a:cubicBezTo>
                  <a:cubicBezTo>
                    <a:pt x="0" y="68"/>
                    <a:pt x="0" y="68"/>
                    <a:pt x="0" y="68"/>
                  </a:cubicBezTo>
                  <a:cubicBezTo>
                    <a:pt x="0" y="79"/>
                    <a:pt x="10" y="89"/>
                    <a:pt x="22" y="89"/>
                  </a:cubicBezTo>
                  <a:cubicBezTo>
                    <a:pt x="172" y="89"/>
                    <a:pt x="172" y="89"/>
                    <a:pt x="172" y="89"/>
                  </a:cubicBezTo>
                  <a:cubicBezTo>
                    <a:pt x="183" y="89"/>
                    <a:pt x="193" y="79"/>
                    <a:pt x="193" y="68"/>
                  </a:cubicBezTo>
                  <a:cubicBezTo>
                    <a:pt x="193" y="22"/>
                    <a:pt x="193" y="22"/>
                    <a:pt x="193" y="22"/>
                  </a:cubicBezTo>
                  <a:cubicBezTo>
                    <a:pt x="193" y="10"/>
                    <a:pt x="183" y="0"/>
                    <a:pt x="17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2" name="Google Shape;532;p9"/>
            <p:cNvSpPr/>
            <p:nvPr/>
          </p:nvSpPr>
          <p:spPr>
            <a:xfrm>
              <a:off x="3868892" y="4348925"/>
              <a:ext cx="58800" cy="600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3" name="Google Shape;533;p9"/>
            <p:cNvSpPr/>
            <p:nvPr/>
          </p:nvSpPr>
          <p:spPr>
            <a:xfrm>
              <a:off x="1983092" y="4214325"/>
              <a:ext cx="1987089" cy="573054"/>
            </a:xfrm>
            <a:custGeom>
              <a:avLst/>
              <a:gdLst/>
              <a:ahLst/>
              <a:cxnLst/>
              <a:rect l="l" t="t" r="r" b="b"/>
              <a:pathLst>
                <a:path w="1293" h="373" extrusionOk="0">
                  <a:moveTo>
                    <a:pt x="1290" y="53"/>
                  </a:moveTo>
                  <a:cubicBezTo>
                    <a:pt x="1075" y="53"/>
                    <a:pt x="1075" y="53"/>
                    <a:pt x="1075" y="53"/>
                  </a:cubicBezTo>
                  <a:cubicBezTo>
                    <a:pt x="1075" y="0"/>
                    <a:pt x="1075" y="0"/>
                    <a:pt x="1075" y="0"/>
                  </a:cubicBezTo>
                  <a:cubicBezTo>
                    <a:pt x="1072" y="0"/>
                    <a:pt x="1072" y="0"/>
                    <a:pt x="1072" y="0"/>
                  </a:cubicBezTo>
                  <a:cubicBezTo>
                    <a:pt x="1072" y="26"/>
                    <a:pt x="1072" y="26"/>
                    <a:pt x="1072" y="26"/>
                  </a:cubicBezTo>
                  <a:cubicBezTo>
                    <a:pt x="1030" y="26"/>
                    <a:pt x="1030" y="26"/>
                    <a:pt x="1030" y="26"/>
                  </a:cubicBezTo>
                  <a:cubicBezTo>
                    <a:pt x="1030" y="0"/>
                    <a:pt x="1030" y="0"/>
                    <a:pt x="1030" y="0"/>
                  </a:cubicBezTo>
                  <a:cubicBezTo>
                    <a:pt x="1027" y="0"/>
                    <a:pt x="1027" y="0"/>
                    <a:pt x="1027" y="0"/>
                  </a:cubicBezTo>
                  <a:cubicBezTo>
                    <a:pt x="1027" y="53"/>
                    <a:pt x="1027" y="53"/>
                    <a:pt x="1027" y="53"/>
                  </a:cubicBezTo>
                  <a:cubicBezTo>
                    <a:pt x="3" y="53"/>
                    <a:pt x="3" y="53"/>
                    <a:pt x="3" y="53"/>
                  </a:cubicBezTo>
                  <a:cubicBezTo>
                    <a:pt x="2" y="53"/>
                    <a:pt x="0" y="54"/>
                    <a:pt x="0" y="56"/>
                  </a:cubicBezTo>
                  <a:cubicBezTo>
                    <a:pt x="0" y="57"/>
                    <a:pt x="2" y="59"/>
                    <a:pt x="3" y="59"/>
                  </a:cubicBezTo>
                  <a:cubicBezTo>
                    <a:pt x="505" y="59"/>
                    <a:pt x="505" y="59"/>
                    <a:pt x="505" y="59"/>
                  </a:cubicBezTo>
                  <a:cubicBezTo>
                    <a:pt x="505" y="370"/>
                    <a:pt x="505" y="370"/>
                    <a:pt x="505" y="370"/>
                  </a:cubicBezTo>
                  <a:cubicBezTo>
                    <a:pt x="505" y="372"/>
                    <a:pt x="507" y="373"/>
                    <a:pt x="508" y="373"/>
                  </a:cubicBezTo>
                  <a:cubicBezTo>
                    <a:pt x="510" y="373"/>
                    <a:pt x="512" y="372"/>
                    <a:pt x="512" y="370"/>
                  </a:cubicBezTo>
                  <a:cubicBezTo>
                    <a:pt x="512" y="59"/>
                    <a:pt x="512" y="59"/>
                    <a:pt x="512" y="59"/>
                  </a:cubicBezTo>
                  <a:cubicBezTo>
                    <a:pt x="522" y="59"/>
                    <a:pt x="522" y="59"/>
                    <a:pt x="522" y="59"/>
                  </a:cubicBezTo>
                  <a:cubicBezTo>
                    <a:pt x="522" y="370"/>
                    <a:pt x="522" y="370"/>
                    <a:pt x="522" y="370"/>
                  </a:cubicBezTo>
                  <a:cubicBezTo>
                    <a:pt x="522" y="372"/>
                    <a:pt x="524" y="373"/>
                    <a:pt x="526" y="373"/>
                  </a:cubicBezTo>
                  <a:cubicBezTo>
                    <a:pt x="527" y="373"/>
                    <a:pt x="529" y="372"/>
                    <a:pt x="529" y="370"/>
                  </a:cubicBezTo>
                  <a:cubicBezTo>
                    <a:pt x="529" y="59"/>
                    <a:pt x="529" y="59"/>
                    <a:pt x="529" y="59"/>
                  </a:cubicBezTo>
                  <a:cubicBezTo>
                    <a:pt x="1027" y="59"/>
                    <a:pt x="1027" y="59"/>
                    <a:pt x="1027" y="59"/>
                  </a:cubicBezTo>
                  <a:cubicBezTo>
                    <a:pt x="1027" y="360"/>
                    <a:pt x="1027" y="360"/>
                    <a:pt x="1027" y="360"/>
                  </a:cubicBezTo>
                  <a:cubicBezTo>
                    <a:pt x="1030" y="360"/>
                    <a:pt x="1030" y="360"/>
                    <a:pt x="1030" y="360"/>
                  </a:cubicBezTo>
                  <a:cubicBezTo>
                    <a:pt x="1030" y="324"/>
                    <a:pt x="1030" y="324"/>
                    <a:pt x="1030" y="324"/>
                  </a:cubicBezTo>
                  <a:cubicBezTo>
                    <a:pt x="1072" y="324"/>
                    <a:pt x="1072" y="324"/>
                    <a:pt x="1072" y="324"/>
                  </a:cubicBezTo>
                  <a:cubicBezTo>
                    <a:pt x="1072" y="360"/>
                    <a:pt x="1072" y="360"/>
                    <a:pt x="1072" y="360"/>
                  </a:cubicBezTo>
                  <a:cubicBezTo>
                    <a:pt x="1075" y="360"/>
                    <a:pt x="1075" y="360"/>
                    <a:pt x="1075" y="360"/>
                  </a:cubicBezTo>
                  <a:cubicBezTo>
                    <a:pt x="1075" y="59"/>
                    <a:pt x="1075" y="59"/>
                    <a:pt x="1075" y="59"/>
                  </a:cubicBezTo>
                  <a:cubicBezTo>
                    <a:pt x="1290" y="59"/>
                    <a:pt x="1290" y="59"/>
                    <a:pt x="1290" y="59"/>
                  </a:cubicBezTo>
                  <a:cubicBezTo>
                    <a:pt x="1292" y="59"/>
                    <a:pt x="1293" y="57"/>
                    <a:pt x="1293" y="56"/>
                  </a:cubicBezTo>
                  <a:cubicBezTo>
                    <a:pt x="1293" y="54"/>
                    <a:pt x="1292" y="53"/>
                    <a:pt x="1290" y="53"/>
                  </a:cubicBezTo>
                  <a:close/>
                  <a:moveTo>
                    <a:pt x="1030" y="29"/>
                  </a:moveTo>
                  <a:cubicBezTo>
                    <a:pt x="1072" y="29"/>
                    <a:pt x="1072" y="29"/>
                    <a:pt x="1072" y="29"/>
                  </a:cubicBezTo>
                  <a:cubicBezTo>
                    <a:pt x="1072" y="53"/>
                    <a:pt x="1072" y="53"/>
                    <a:pt x="1072" y="53"/>
                  </a:cubicBezTo>
                  <a:cubicBezTo>
                    <a:pt x="1030" y="53"/>
                    <a:pt x="1030" y="53"/>
                    <a:pt x="1030" y="53"/>
                  </a:cubicBezTo>
                  <a:lnTo>
                    <a:pt x="1030" y="29"/>
                  </a:lnTo>
                  <a:close/>
                  <a:moveTo>
                    <a:pt x="1072" y="321"/>
                  </a:moveTo>
                  <a:cubicBezTo>
                    <a:pt x="1030" y="321"/>
                    <a:pt x="1030" y="321"/>
                    <a:pt x="1030" y="321"/>
                  </a:cubicBezTo>
                  <a:cubicBezTo>
                    <a:pt x="1030" y="297"/>
                    <a:pt x="1030" y="297"/>
                    <a:pt x="1030" y="297"/>
                  </a:cubicBezTo>
                  <a:cubicBezTo>
                    <a:pt x="1072" y="297"/>
                    <a:pt x="1072" y="297"/>
                    <a:pt x="1072" y="297"/>
                  </a:cubicBezTo>
                  <a:lnTo>
                    <a:pt x="1072" y="321"/>
                  </a:lnTo>
                  <a:close/>
                  <a:moveTo>
                    <a:pt x="1072" y="294"/>
                  </a:moveTo>
                  <a:cubicBezTo>
                    <a:pt x="1030" y="294"/>
                    <a:pt x="1030" y="294"/>
                    <a:pt x="1030" y="294"/>
                  </a:cubicBezTo>
                  <a:cubicBezTo>
                    <a:pt x="1030" y="271"/>
                    <a:pt x="1030" y="271"/>
                    <a:pt x="1030" y="271"/>
                  </a:cubicBezTo>
                  <a:cubicBezTo>
                    <a:pt x="1072" y="271"/>
                    <a:pt x="1072" y="271"/>
                    <a:pt x="1072" y="271"/>
                  </a:cubicBezTo>
                  <a:lnTo>
                    <a:pt x="1072" y="294"/>
                  </a:lnTo>
                  <a:close/>
                  <a:moveTo>
                    <a:pt x="1072" y="268"/>
                  </a:moveTo>
                  <a:cubicBezTo>
                    <a:pt x="1030" y="268"/>
                    <a:pt x="1030" y="268"/>
                    <a:pt x="1030" y="268"/>
                  </a:cubicBezTo>
                  <a:cubicBezTo>
                    <a:pt x="1030" y="244"/>
                    <a:pt x="1030" y="244"/>
                    <a:pt x="1030" y="244"/>
                  </a:cubicBezTo>
                  <a:cubicBezTo>
                    <a:pt x="1072" y="244"/>
                    <a:pt x="1072" y="244"/>
                    <a:pt x="1072" y="244"/>
                  </a:cubicBezTo>
                  <a:lnTo>
                    <a:pt x="1072" y="268"/>
                  </a:lnTo>
                  <a:close/>
                  <a:moveTo>
                    <a:pt x="1072" y="241"/>
                  </a:moveTo>
                  <a:cubicBezTo>
                    <a:pt x="1030" y="241"/>
                    <a:pt x="1030" y="241"/>
                    <a:pt x="1030" y="241"/>
                  </a:cubicBezTo>
                  <a:cubicBezTo>
                    <a:pt x="1030" y="218"/>
                    <a:pt x="1030" y="218"/>
                    <a:pt x="1030" y="218"/>
                  </a:cubicBezTo>
                  <a:cubicBezTo>
                    <a:pt x="1072" y="218"/>
                    <a:pt x="1072" y="218"/>
                    <a:pt x="1072" y="218"/>
                  </a:cubicBezTo>
                  <a:lnTo>
                    <a:pt x="1072" y="241"/>
                  </a:lnTo>
                  <a:close/>
                  <a:moveTo>
                    <a:pt x="1072" y="215"/>
                  </a:moveTo>
                  <a:cubicBezTo>
                    <a:pt x="1030" y="215"/>
                    <a:pt x="1030" y="215"/>
                    <a:pt x="1030" y="215"/>
                  </a:cubicBezTo>
                  <a:cubicBezTo>
                    <a:pt x="1030" y="191"/>
                    <a:pt x="1030" y="191"/>
                    <a:pt x="1030" y="191"/>
                  </a:cubicBezTo>
                  <a:cubicBezTo>
                    <a:pt x="1072" y="191"/>
                    <a:pt x="1072" y="191"/>
                    <a:pt x="1072" y="191"/>
                  </a:cubicBezTo>
                  <a:lnTo>
                    <a:pt x="1072" y="215"/>
                  </a:lnTo>
                  <a:close/>
                  <a:moveTo>
                    <a:pt x="1072" y="188"/>
                  </a:moveTo>
                  <a:cubicBezTo>
                    <a:pt x="1030" y="188"/>
                    <a:pt x="1030" y="188"/>
                    <a:pt x="1030" y="188"/>
                  </a:cubicBezTo>
                  <a:cubicBezTo>
                    <a:pt x="1030" y="165"/>
                    <a:pt x="1030" y="165"/>
                    <a:pt x="1030" y="165"/>
                  </a:cubicBezTo>
                  <a:cubicBezTo>
                    <a:pt x="1072" y="165"/>
                    <a:pt x="1072" y="165"/>
                    <a:pt x="1072" y="165"/>
                  </a:cubicBezTo>
                  <a:lnTo>
                    <a:pt x="1072" y="188"/>
                  </a:lnTo>
                  <a:close/>
                  <a:moveTo>
                    <a:pt x="1072" y="162"/>
                  </a:moveTo>
                  <a:cubicBezTo>
                    <a:pt x="1030" y="162"/>
                    <a:pt x="1030" y="162"/>
                    <a:pt x="1030" y="162"/>
                  </a:cubicBezTo>
                  <a:cubicBezTo>
                    <a:pt x="1030" y="138"/>
                    <a:pt x="1030" y="138"/>
                    <a:pt x="1030" y="138"/>
                  </a:cubicBezTo>
                  <a:cubicBezTo>
                    <a:pt x="1072" y="138"/>
                    <a:pt x="1072" y="138"/>
                    <a:pt x="1072" y="138"/>
                  </a:cubicBezTo>
                  <a:lnTo>
                    <a:pt x="1072" y="162"/>
                  </a:lnTo>
                  <a:close/>
                  <a:moveTo>
                    <a:pt x="1072" y="135"/>
                  </a:moveTo>
                  <a:cubicBezTo>
                    <a:pt x="1030" y="135"/>
                    <a:pt x="1030" y="135"/>
                    <a:pt x="1030" y="135"/>
                  </a:cubicBezTo>
                  <a:cubicBezTo>
                    <a:pt x="1030" y="109"/>
                    <a:pt x="1030" y="109"/>
                    <a:pt x="1030" y="109"/>
                  </a:cubicBezTo>
                  <a:cubicBezTo>
                    <a:pt x="1072" y="109"/>
                    <a:pt x="1072" y="109"/>
                    <a:pt x="1072" y="109"/>
                  </a:cubicBezTo>
                  <a:lnTo>
                    <a:pt x="1072" y="135"/>
                  </a:lnTo>
                  <a:close/>
                  <a:moveTo>
                    <a:pt x="1072" y="106"/>
                  </a:moveTo>
                  <a:cubicBezTo>
                    <a:pt x="1030" y="106"/>
                    <a:pt x="1030" y="106"/>
                    <a:pt x="1030" y="106"/>
                  </a:cubicBezTo>
                  <a:cubicBezTo>
                    <a:pt x="1030" y="82"/>
                    <a:pt x="1030" y="82"/>
                    <a:pt x="1030" y="82"/>
                  </a:cubicBezTo>
                  <a:cubicBezTo>
                    <a:pt x="1072" y="82"/>
                    <a:pt x="1072" y="82"/>
                    <a:pt x="1072" y="82"/>
                  </a:cubicBezTo>
                  <a:lnTo>
                    <a:pt x="1072" y="106"/>
                  </a:lnTo>
                  <a:close/>
                  <a:moveTo>
                    <a:pt x="1072" y="78"/>
                  </a:moveTo>
                  <a:cubicBezTo>
                    <a:pt x="1030" y="78"/>
                    <a:pt x="1030" y="78"/>
                    <a:pt x="1030" y="78"/>
                  </a:cubicBezTo>
                  <a:cubicBezTo>
                    <a:pt x="1030" y="59"/>
                    <a:pt x="1030" y="59"/>
                    <a:pt x="1030" y="59"/>
                  </a:cubicBezTo>
                  <a:cubicBezTo>
                    <a:pt x="1072" y="59"/>
                    <a:pt x="1072" y="59"/>
                    <a:pt x="1072" y="59"/>
                  </a:cubicBezTo>
                  <a:lnTo>
                    <a:pt x="1072" y="7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4" name="Google Shape;534;p9"/>
            <p:cNvSpPr/>
            <p:nvPr/>
          </p:nvSpPr>
          <p:spPr>
            <a:xfrm>
              <a:off x="2490858" y="4356921"/>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535;p9"/>
            <p:cNvSpPr/>
            <p:nvPr/>
          </p:nvSpPr>
          <p:spPr>
            <a:xfrm>
              <a:off x="2490858" y="4395570"/>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6" name="Google Shape;536;p9"/>
            <p:cNvSpPr/>
            <p:nvPr/>
          </p:nvSpPr>
          <p:spPr>
            <a:xfrm>
              <a:off x="2490858" y="4434217"/>
              <a:ext cx="217234" cy="10661"/>
            </a:xfrm>
            <a:custGeom>
              <a:avLst/>
              <a:gdLst/>
              <a:ahLst/>
              <a:cxnLst/>
              <a:rect l="l" t="t" r="r" b="b"/>
              <a:pathLst>
                <a:path w="142" h="7" extrusionOk="0">
                  <a:moveTo>
                    <a:pt x="139" y="0"/>
                  </a:moveTo>
                  <a:cubicBezTo>
                    <a:pt x="3" y="0"/>
                    <a:pt x="3" y="0"/>
                    <a:pt x="3" y="0"/>
                  </a:cubicBezTo>
                  <a:cubicBezTo>
                    <a:pt x="2" y="0"/>
                    <a:pt x="0" y="2"/>
                    <a:pt x="0" y="3"/>
                  </a:cubicBezTo>
                  <a:cubicBezTo>
                    <a:pt x="0" y="5"/>
                    <a:pt x="2" y="7"/>
                    <a:pt x="3" y="7"/>
                  </a:cubicBezTo>
                  <a:cubicBezTo>
                    <a:pt x="139" y="7"/>
                    <a:pt x="139" y="7"/>
                    <a:pt x="139" y="7"/>
                  </a:cubicBezTo>
                  <a:cubicBezTo>
                    <a:pt x="141" y="7"/>
                    <a:pt x="142" y="5"/>
                    <a:pt x="142" y="3"/>
                  </a:cubicBezTo>
                  <a:cubicBezTo>
                    <a:pt x="142" y="2"/>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7" name="Google Shape;537;p9"/>
            <p:cNvSpPr/>
            <p:nvPr/>
          </p:nvSpPr>
          <p:spPr>
            <a:xfrm>
              <a:off x="2490858" y="4472865"/>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8" name="Google Shape;538;p9"/>
            <p:cNvSpPr/>
            <p:nvPr/>
          </p:nvSpPr>
          <p:spPr>
            <a:xfrm>
              <a:off x="2490858" y="4514178"/>
              <a:ext cx="217234" cy="9328"/>
            </a:xfrm>
            <a:custGeom>
              <a:avLst/>
              <a:gdLst/>
              <a:ahLst/>
              <a:cxnLst/>
              <a:rect l="l" t="t" r="r" b="b"/>
              <a:pathLst>
                <a:path w="142" h="6" extrusionOk="0">
                  <a:moveTo>
                    <a:pt x="139" y="0"/>
                  </a:moveTo>
                  <a:cubicBezTo>
                    <a:pt x="3" y="0"/>
                    <a:pt x="3" y="0"/>
                    <a:pt x="3" y="0"/>
                  </a:cubicBezTo>
                  <a:cubicBezTo>
                    <a:pt x="2" y="0"/>
                    <a:pt x="0" y="1"/>
                    <a:pt x="0" y="3"/>
                  </a:cubicBezTo>
                  <a:cubicBezTo>
                    <a:pt x="0" y="4"/>
                    <a:pt x="2" y="6"/>
                    <a:pt x="3" y="6"/>
                  </a:cubicBezTo>
                  <a:cubicBezTo>
                    <a:pt x="139" y="6"/>
                    <a:pt x="139" y="6"/>
                    <a:pt x="139" y="6"/>
                  </a:cubicBezTo>
                  <a:cubicBezTo>
                    <a:pt x="141" y="6"/>
                    <a:pt x="142" y="4"/>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9" name="Google Shape;539;p9"/>
            <p:cNvSpPr/>
            <p:nvPr/>
          </p:nvSpPr>
          <p:spPr>
            <a:xfrm>
              <a:off x="2490858" y="4551493"/>
              <a:ext cx="217234" cy="7996"/>
            </a:xfrm>
            <a:custGeom>
              <a:avLst/>
              <a:gdLst/>
              <a:ahLst/>
              <a:cxnLst/>
              <a:rect l="l" t="t" r="r" b="b"/>
              <a:pathLst>
                <a:path w="142" h="6" extrusionOk="0">
                  <a:moveTo>
                    <a:pt x="139" y="0"/>
                  </a:moveTo>
                  <a:cubicBezTo>
                    <a:pt x="3" y="0"/>
                    <a:pt x="3" y="0"/>
                    <a:pt x="3" y="0"/>
                  </a:cubicBezTo>
                  <a:cubicBezTo>
                    <a:pt x="2" y="0"/>
                    <a:pt x="0" y="2"/>
                    <a:pt x="0" y="3"/>
                  </a:cubicBezTo>
                  <a:cubicBezTo>
                    <a:pt x="0" y="5"/>
                    <a:pt x="2" y="6"/>
                    <a:pt x="3" y="6"/>
                  </a:cubicBezTo>
                  <a:cubicBezTo>
                    <a:pt x="139" y="6"/>
                    <a:pt x="139" y="6"/>
                    <a:pt x="139" y="6"/>
                  </a:cubicBezTo>
                  <a:cubicBezTo>
                    <a:pt x="141" y="6"/>
                    <a:pt x="142" y="5"/>
                    <a:pt x="142" y="3"/>
                  </a:cubicBezTo>
                  <a:cubicBezTo>
                    <a:pt x="142" y="2"/>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0" name="Google Shape;540;p9"/>
            <p:cNvSpPr/>
            <p:nvPr/>
          </p:nvSpPr>
          <p:spPr>
            <a:xfrm>
              <a:off x="1430012" y="4607466"/>
              <a:ext cx="2530835" cy="175914"/>
            </a:xfrm>
            <a:custGeom>
              <a:avLst/>
              <a:gdLst/>
              <a:ahLst/>
              <a:cxnLst/>
              <a:rect l="l" t="t" r="r" b="b"/>
              <a:pathLst>
                <a:path w="1899" h="132" extrusionOk="0">
                  <a:moveTo>
                    <a:pt x="0" y="132"/>
                  </a:moveTo>
                  <a:lnTo>
                    <a:pt x="262" y="119"/>
                  </a:lnTo>
                  <a:lnTo>
                    <a:pt x="448" y="0"/>
                  </a:lnTo>
                  <a:lnTo>
                    <a:pt x="1899" y="0"/>
                  </a:lnTo>
                  <a:lnTo>
                    <a:pt x="1899" y="75"/>
                  </a:lnTo>
                  <a:lnTo>
                    <a:pt x="424" y="75"/>
                  </a:lnTo>
                  <a:lnTo>
                    <a:pt x="333" y="132"/>
                  </a:lnTo>
                  <a:lnTo>
                    <a:pt x="0" y="132"/>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1" name="Google Shape;541;p9"/>
            <p:cNvSpPr/>
            <p:nvPr/>
          </p:nvSpPr>
          <p:spPr>
            <a:xfrm>
              <a:off x="2089710" y="4638118"/>
              <a:ext cx="1827159" cy="39980"/>
            </a:xfrm>
            <a:custGeom>
              <a:avLst/>
              <a:gdLst/>
              <a:ahLst/>
              <a:cxnLst/>
              <a:rect l="l" t="t" r="r" b="b"/>
              <a:pathLst>
                <a:path w="1371" h="30" extrusionOk="0">
                  <a:moveTo>
                    <a:pt x="1371" y="0"/>
                  </a:moveTo>
                  <a:lnTo>
                    <a:pt x="46" y="0"/>
                  </a:lnTo>
                  <a:lnTo>
                    <a:pt x="0" y="30"/>
                  </a:lnTo>
                  <a:lnTo>
                    <a:pt x="1371" y="30"/>
                  </a:lnTo>
                  <a:lnTo>
                    <a:pt x="137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2" name="Google Shape;542;p9"/>
            <p:cNvSpPr/>
            <p:nvPr/>
          </p:nvSpPr>
          <p:spPr>
            <a:xfrm>
              <a:off x="1495316" y="4447544"/>
              <a:ext cx="313190" cy="118608"/>
            </a:xfrm>
            <a:custGeom>
              <a:avLst/>
              <a:gdLst/>
              <a:ahLst/>
              <a:cxnLst/>
              <a:rect l="l" t="t" r="r" b="b"/>
              <a:pathLst>
                <a:path w="204" h="77" extrusionOk="0">
                  <a:moveTo>
                    <a:pt x="0" y="77"/>
                  </a:moveTo>
                  <a:cubicBezTo>
                    <a:pt x="0" y="77"/>
                    <a:pt x="119" y="0"/>
                    <a:pt x="204" y="0"/>
                  </a:cubicBezTo>
                  <a:cubicBezTo>
                    <a:pt x="91" y="0"/>
                    <a:pt x="91" y="0"/>
                    <a:pt x="91" y="0"/>
                  </a:cubicBezTo>
                  <a:lnTo>
                    <a:pt x="0" y="7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43" name="Google Shape;543;p9"/>
          <p:cNvGrpSpPr/>
          <p:nvPr/>
        </p:nvGrpSpPr>
        <p:grpSpPr>
          <a:xfrm>
            <a:off x="-460875" y="3469656"/>
            <a:ext cx="3173431" cy="920594"/>
            <a:chOff x="-460875" y="3469656"/>
            <a:chExt cx="3173431" cy="920594"/>
          </a:xfrm>
        </p:grpSpPr>
        <p:sp>
          <p:nvSpPr>
            <p:cNvPr id="544" name="Google Shape;544;p9"/>
            <p:cNvSpPr/>
            <p:nvPr/>
          </p:nvSpPr>
          <p:spPr>
            <a:xfrm>
              <a:off x="-460875" y="4066451"/>
              <a:ext cx="1042875" cy="323799"/>
            </a:xfrm>
            <a:custGeom>
              <a:avLst/>
              <a:gdLst/>
              <a:ahLst/>
              <a:cxnLst/>
              <a:rect l="l" t="t" r="r" b="b"/>
              <a:pathLst>
                <a:path w="1506" h="467" extrusionOk="0">
                  <a:moveTo>
                    <a:pt x="1506" y="467"/>
                  </a:moveTo>
                  <a:cubicBezTo>
                    <a:pt x="0" y="467"/>
                    <a:pt x="0" y="467"/>
                    <a:pt x="0" y="467"/>
                  </a:cubicBezTo>
                  <a:cubicBezTo>
                    <a:pt x="2" y="400"/>
                    <a:pt x="53" y="322"/>
                    <a:pt x="109" y="285"/>
                  </a:cubicBezTo>
                  <a:cubicBezTo>
                    <a:pt x="166" y="248"/>
                    <a:pt x="240" y="241"/>
                    <a:pt x="303" y="267"/>
                  </a:cubicBezTo>
                  <a:cubicBezTo>
                    <a:pt x="325" y="276"/>
                    <a:pt x="346" y="288"/>
                    <a:pt x="369" y="291"/>
                  </a:cubicBezTo>
                  <a:cubicBezTo>
                    <a:pt x="411" y="295"/>
                    <a:pt x="449" y="263"/>
                    <a:pt x="472" y="228"/>
                  </a:cubicBezTo>
                  <a:cubicBezTo>
                    <a:pt x="494" y="192"/>
                    <a:pt x="506" y="151"/>
                    <a:pt x="529" y="115"/>
                  </a:cubicBezTo>
                  <a:cubicBezTo>
                    <a:pt x="574" y="43"/>
                    <a:pt x="661" y="0"/>
                    <a:pt x="745" y="8"/>
                  </a:cubicBezTo>
                  <a:cubicBezTo>
                    <a:pt x="830" y="16"/>
                    <a:pt x="908" y="74"/>
                    <a:pt x="939" y="152"/>
                  </a:cubicBezTo>
                  <a:cubicBezTo>
                    <a:pt x="959" y="202"/>
                    <a:pt x="968" y="266"/>
                    <a:pt x="1017" y="286"/>
                  </a:cubicBezTo>
                  <a:cubicBezTo>
                    <a:pt x="1071" y="308"/>
                    <a:pt x="1126" y="258"/>
                    <a:pt x="1182" y="241"/>
                  </a:cubicBezTo>
                  <a:cubicBezTo>
                    <a:pt x="1243" y="222"/>
                    <a:pt x="1312" y="244"/>
                    <a:pt x="1363" y="283"/>
                  </a:cubicBezTo>
                  <a:cubicBezTo>
                    <a:pt x="1415" y="322"/>
                    <a:pt x="1469" y="414"/>
                    <a:pt x="1506" y="46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45" name="Google Shape;545;p9"/>
            <p:cNvGrpSpPr/>
            <p:nvPr/>
          </p:nvGrpSpPr>
          <p:grpSpPr>
            <a:xfrm>
              <a:off x="1669910" y="3469656"/>
              <a:ext cx="1042646" cy="915868"/>
              <a:chOff x="6860560" y="4080881"/>
              <a:chExt cx="1042646" cy="915868"/>
            </a:xfrm>
          </p:grpSpPr>
          <p:grpSp>
            <p:nvGrpSpPr>
              <p:cNvPr id="546" name="Google Shape;546;p9"/>
              <p:cNvGrpSpPr/>
              <p:nvPr/>
            </p:nvGrpSpPr>
            <p:grpSpPr>
              <a:xfrm>
                <a:off x="7690241" y="4378656"/>
                <a:ext cx="212965" cy="583472"/>
                <a:chOff x="6178550" y="415926"/>
                <a:chExt cx="774700" cy="2122487"/>
              </a:xfrm>
            </p:grpSpPr>
            <p:sp>
              <p:nvSpPr>
                <p:cNvPr id="547" name="Google Shape;547;p9"/>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 name="Google Shape;548;p9"/>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 name="Google Shape;549;p9"/>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 name="Google Shape;550;p9"/>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 name="Google Shape;551;p9"/>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 name="Google Shape;552;p9"/>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 name="Google Shape;553;p9"/>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 name="Google Shape;554;p9"/>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5" name="Google Shape;555;p9"/>
              <p:cNvGrpSpPr/>
              <p:nvPr/>
            </p:nvGrpSpPr>
            <p:grpSpPr>
              <a:xfrm>
                <a:off x="7275443" y="4080881"/>
                <a:ext cx="273004" cy="915641"/>
                <a:chOff x="6178550" y="415926"/>
                <a:chExt cx="774700" cy="2122487"/>
              </a:xfrm>
            </p:grpSpPr>
            <p:sp>
              <p:nvSpPr>
                <p:cNvPr id="556" name="Google Shape;556;p9"/>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 name="Google Shape;557;p9"/>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 name="Google Shape;558;p9"/>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 name="Google Shape;559;p9"/>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 name="Google Shape;560;p9"/>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 name="Google Shape;561;p9"/>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 name="Google Shape;562;p9"/>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 name="Google Shape;563;p9"/>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4" name="Google Shape;564;p9"/>
              <p:cNvGrpSpPr/>
              <p:nvPr/>
            </p:nvGrpSpPr>
            <p:grpSpPr>
              <a:xfrm>
                <a:off x="6860560" y="4248785"/>
                <a:ext cx="273004" cy="747964"/>
                <a:chOff x="6178550" y="415926"/>
                <a:chExt cx="774700" cy="2122487"/>
              </a:xfrm>
            </p:grpSpPr>
            <p:sp>
              <p:nvSpPr>
                <p:cNvPr id="565" name="Google Shape;565;p9"/>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 name="Google Shape;566;p9"/>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7" name="Google Shape;567;p9"/>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9"/>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9"/>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9"/>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1" name="Google Shape;571;p9"/>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2" name="Google Shape;572;p9"/>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73"/>
        <p:cNvGrpSpPr/>
        <p:nvPr/>
      </p:nvGrpSpPr>
      <p:grpSpPr>
        <a:xfrm>
          <a:off x="0" y="0"/>
          <a:ext cx="0" cy="0"/>
          <a:chOff x="0" y="0"/>
          <a:chExt cx="0" cy="0"/>
        </a:xfrm>
      </p:grpSpPr>
      <p:sp>
        <p:nvSpPr>
          <p:cNvPr id="574" name="Google Shape;574;p10"/>
          <p:cNvSpPr txBox="1">
            <a:spLocks noGrp="1"/>
          </p:cNvSpPr>
          <p:nvPr>
            <p:ph type="title"/>
          </p:nvPr>
        </p:nvSpPr>
        <p:spPr>
          <a:xfrm>
            <a:off x="715100" y="4038275"/>
            <a:ext cx="7713900" cy="4257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58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88"/>
        <p:cNvGrpSpPr/>
        <p:nvPr/>
      </p:nvGrpSpPr>
      <p:grpSpPr>
        <a:xfrm>
          <a:off x="0" y="0"/>
          <a:ext cx="0" cy="0"/>
          <a:chOff x="0" y="0"/>
          <a:chExt cx="0" cy="0"/>
        </a:xfrm>
      </p:grpSpPr>
      <p:pic>
        <p:nvPicPr>
          <p:cNvPr id="589" name="Google Shape;589;p1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90" name="Google Shape;590;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91" name="Google Shape;591;p13"/>
          <p:cNvSpPr txBox="1">
            <a:spLocks noGrp="1"/>
          </p:cNvSpPr>
          <p:nvPr>
            <p:ph type="title" idx="2" hasCustomPrompt="1"/>
          </p:nvPr>
        </p:nvSpPr>
        <p:spPr>
          <a:xfrm>
            <a:off x="872375" y="15712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2" name="Google Shape;592;p13"/>
          <p:cNvSpPr txBox="1">
            <a:spLocks noGrp="1"/>
          </p:cNvSpPr>
          <p:nvPr>
            <p:ph type="title" idx="3" hasCustomPrompt="1"/>
          </p:nvPr>
        </p:nvSpPr>
        <p:spPr>
          <a:xfrm>
            <a:off x="872375" y="27871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3" name="Google Shape;593;p13"/>
          <p:cNvSpPr txBox="1">
            <a:spLocks noGrp="1"/>
          </p:cNvSpPr>
          <p:nvPr>
            <p:ph type="title" idx="4" hasCustomPrompt="1"/>
          </p:nvPr>
        </p:nvSpPr>
        <p:spPr>
          <a:xfrm>
            <a:off x="3419250" y="15712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4" name="Google Shape;594;p13"/>
          <p:cNvSpPr txBox="1">
            <a:spLocks noGrp="1"/>
          </p:cNvSpPr>
          <p:nvPr>
            <p:ph type="title" idx="5" hasCustomPrompt="1"/>
          </p:nvPr>
        </p:nvSpPr>
        <p:spPr>
          <a:xfrm>
            <a:off x="3419250" y="27871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5" name="Google Shape;595;p13"/>
          <p:cNvSpPr txBox="1">
            <a:spLocks noGrp="1"/>
          </p:cNvSpPr>
          <p:nvPr>
            <p:ph type="title" idx="6" hasCustomPrompt="1"/>
          </p:nvPr>
        </p:nvSpPr>
        <p:spPr>
          <a:xfrm>
            <a:off x="5966125" y="15712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6" name="Google Shape;596;p13"/>
          <p:cNvSpPr txBox="1">
            <a:spLocks noGrp="1"/>
          </p:cNvSpPr>
          <p:nvPr>
            <p:ph type="title" idx="7" hasCustomPrompt="1"/>
          </p:nvPr>
        </p:nvSpPr>
        <p:spPr>
          <a:xfrm>
            <a:off x="5966125" y="27871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7" name="Google Shape;597;p13"/>
          <p:cNvSpPr txBox="1">
            <a:spLocks noGrp="1"/>
          </p:cNvSpPr>
          <p:nvPr>
            <p:ph type="subTitle" idx="1"/>
          </p:nvPr>
        </p:nvSpPr>
        <p:spPr>
          <a:xfrm>
            <a:off x="872375" y="194255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598" name="Google Shape;598;p13"/>
          <p:cNvSpPr txBox="1">
            <a:spLocks noGrp="1"/>
          </p:cNvSpPr>
          <p:nvPr>
            <p:ph type="subTitle" idx="8"/>
          </p:nvPr>
        </p:nvSpPr>
        <p:spPr>
          <a:xfrm>
            <a:off x="3419250" y="194255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599" name="Google Shape;599;p13"/>
          <p:cNvSpPr txBox="1">
            <a:spLocks noGrp="1"/>
          </p:cNvSpPr>
          <p:nvPr>
            <p:ph type="subTitle" idx="9"/>
          </p:nvPr>
        </p:nvSpPr>
        <p:spPr>
          <a:xfrm>
            <a:off x="5966125" y="194255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600" name="Google Shape;600;p13"/>
          <p:cNvSpPr txBox="1">
            <a:spLocks noGrp="1"/>
          </p:cNvSpPr>
          <p:nvPr>
            <p:ph type="subTitle" idx="13"/>
          </p:nvPr>
        </p:nvSpPr>
        <p:spPr>
          <a:xfrm>
            <a:off x="872375" y="315860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601" name="Google Shape;601;p13"/>
          <p:cNvSpPr txBox="1">
            <a:spLocks noGrp="1"/>
          </p:cNvSpPr>
          <p:nvPr>
            <p:ph type="subTitle" idx="14"/>
          </p:nvPr>
        </p:nvSpPr>
        <p:spPr>
          <a:xfrm>
            <a:off x="3419250" y="315860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602" name="Google Shape;602;p13"/>
          <p:cNvSpPr txBox="1">
            <a:spLocks noGrp="1"/>
          </p:cNvSpPr>
          <p:nvPr>
            <p:ph type="subTitle" idx="15"/>
          </p:nvPr>
        </p:nvSpPr>
        <p:spPr>
          <a:xfrm>
            <a:off x="5966125" y="315860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603" name="Google Shape;603;p13"/>
          <p:cNvSpPr/>
          <p:nvPr/>
        </p:nvSpPr>
        <p:spPr>
          <a:xfrm>
            <a:off x="4913400" y="3772275"/>
            <a:ext cx="4687050" cy="1395750"/>
          </a:xfrm>
          <a:custGeom>
            <a:avLst/>
            <a:gdLst/>
            <a:ahLst/>
            <a:cxnLst/>
            <a:rect l="l" t="t" r="r" b="b"/>
            <a:pathLst>
              <a:path w="187482" h="55830" extrusionOk="0">
                <a:moveTo>
                  <a:pt x="0" y="55453"/>
                </a:moveTo>
                <a:lnTo>
                  <a:pt x="30178" y="31687"/>
                </a:lnTo>
                <a:lnTo>
                  <a:pt x="49416" y="44513"/>
                </a:lnTo>
                <a:lnTo>
                  <a:pt x="79595" y="28669"/>
                </a:lnTo>
                <a:lnTo>
                  <a:pt x="144478" y="24520"/>
                </a:lnTo>
                <a:lnTo>
                  <a:pt x="159190" y="0"/>
                </a:lnTo>
                <a:lnTo>
                  <a:pt x="187482" y="7922"/>
                </a:lnTo>
                <a:lnTo>
                  <a:pt x="187482" y="55830"/>
                </a:lnTo>
                <a:close/>
              </a:path>
            </a:pathLst>
          </a:custGeom>
          <a:solidFill>
            <a:schemeClr val="accent4"/>
          </a:solidFill>
          <a:ln>
            <a:noFill/>
          </a:ln>
        </p:spPr>
        <p:txBody>
          <a:bodyPr/>
          <a:lstStyle/>
          <a:p>
            <a:endParaRPr lang="pt-PT"/>
          </a:p>
        </p:txBody>
      </p:sp>
      <p:grpSp>
        <p:nvGrpSpPr>
          <p:cNvPr id="604" name="Google Shape;604;p13"/>
          <p:cNvGrpSpPr/>
          <p:nvPr/>
        </p:nvGrpSpPr>
        <p:grpSpPr>
          <a:xfrm>
            <a:off x="7193001" y="4440600"/>
            <a:ext cx="3451742" cy="728069"/>
            <a:chOff x="7193001" y="4415534"/>
            <a:chExt cx="3451742" cy="728069"/>
          </a:xfrm>
        </p:grpSpPr>
        <p:sp>
          <p:nvSpPr>
            <p:cNvPr id="605" name="Google Shape;605;p13"/>
            <p:cNvSpPr/>
            <p:nvPr/>
          </p:nvSpPr>
          <p:spPr>
            <a:xfrm flipH="1">
              <a:off x="7765206" y="5066965"/>
              <a:ext cx="506132" cy="76639"/>
            </a:xfrm>
            <a:custGeom>
              <a:avLst/>
              <a:gdLst/>
              <a:ahLst/>
              <a:cxnLst/>
              <a:rect l="l" t="t" r="r" b="b"/>
              <a:pathLst>
                <a:path w="402" h="61" extrusionOk="0">
                  <a:moveTo>
                    <a:pt x="21" y="2"/>
                  </a:moveTo>
                  <a:cubicBezTo>
                    <a:pt x="21" y="1"/>
                    <a:pt x="21" y="1"/>
                    <a:pt x="21" y="1"/>
                  </a:cubicBezTo>
                  <a:cubicBezTo>
                    <a:pt x="22" y="1"/>
                    <a:pt x="22" y="1"/>
                    <a:pt x="22" y="1"/>
                  </a:cubicBezTo>
                  <a:cubicBezTo>
                    <a:pt x="25" y="1"/>
                    <a:pt x="27" y="0"/>
                    <a:pt x="30" y="0"/>
                  </a:cubicBezTo>
                  <a:cubicBezTo>
                    <a:pt x="33" y="0"/>
                    <a:pt x="36" y="1"/>
                    <a:pt x="38" y="1"/>
                  </a:cubicBezTo>
                  <a:cubicBezTo>
                    <a:pt x="89" y="1"/>
                    <a:pt x="89" y="1"/>
                    <a:pt x="89" y="1"/>
                  </a:cubicBezTo>
                  <a:cubicBezTo>
                    <a:pt x="92" y="1"/>
                    <a:pt x="94" y="0"/>
                    <a:pt x="97" y="0"/>
                  </a:cubicBezTo>
                  <a:cubicBezTo>
                    <a:pt x="100" y="0"/>
                    <a:pt x="103" y="1"/>
                    <a:pt x="105" y="1"/>
                  </a:cubicBezTo>
                  <a:cubicBezTo>
                    <a:pt x="296" y="1"/>
                    <a:pt x="296" y="1"/>
                    <a:pt x="296" y="1"/>
                  </a:cubicBezTo>
                  <a:cubicBezTo>
                    <a:pt x="299" y="1"/>
                    <a:pt x="301" y="0"/>
                    <a:pt x="304" y="0"/>
                  </a:cubicBezTo>
                  <a:cubicBezTo>
                    <a:pt x="307" y="0"/>
                    <a:pt x="310" y="1"/>
                    <a:pt x="312" y="1"/>
                  </a:cubicBezTo>
                  <a:cubicBezTo>
                    <a:pt x="363" y="1"/>
                    <a:pt x="363" y="1"/>
                    <a:pt x="363" y="1"/>
                  </a:cubicBezTo>
                  <a:cubicBezTo>
                    <a:pt x="366" y="1"/>
                    <a:pt x="368" y="0"/>
                    <a:pt x="371" y="0"/>
                  </a:cubicBezTo>
                  <a:cubicBezTo>
                    <a:pt x="388" y="0"/>
                    <a:pt x="402" y="14"/>
                    <a:pt x="402" y="31"/>
                  </a:cubicBezTo>
                  <a:cubicBezTo>
                    <a:pt x="402" y="48"/>
                    <a:pt x="388" y="61"/>
                    <a:pt x="371" y="61"/>
                  </a:cubicBezTo>
                  <a:cubicBezTo>
                    <a:pt x="357" y="61"/>
                    <a:pt x="346" y="52"/>
                    <a:pt x="342" y="39"/>
                  </a:cubicBezTo>
                  <a:cubicBezTo>
                    <a:pt x="333" y="39"/>
                    <a:pt x="333" y="39"/>
                    <a:pt x="333" y="39"/>
                  </a:cubicBezTo>
                  <a:cubicBezTo>
                    <a:pt x="330" y="52"/>
                    <a:pt x="318" y="61"/>
                    <a:pt x="304" y="61"/>
                  </a:cubicBezTo>
                  <a:cubicBezTo>
                    <a:pt x="290" y="61"/>
                    <a:pt x="279" y="52"/>
                    <a:pt x="275" y="39"/>
                  </a:cubicBezTo>
                  <a:cubicBezTo>
                    <a:pt x="263" y="39"/>
                    <a:pt x="263" y="39"/>
                    <a:pt x="263" y="39"/>
                  </a:cubicBezTo>
                  <a:cubicBezTo>
                    <a:pt x="256" y="52"/>
                    <a:pt x="256" y="52"/>
                    <a:pt x="256" y="52"/>
                  </a:cubicBezTo>
                  <a:cubicBezTo>
                    <a:pt x="140" y="52"/>
                    <a:pt x="140" y="52"/>
                    <a:pt x="140" y="52"/>
                  </a:cubicBezTo>
                  <a:cubicBezTo>
                    <a:pt x="131" y="39"/>
                    <a:pt x="131" y="39"/>
                    <a:pt x="131" y="39"/>
                  </a:cubicBezTo>
                  <a:cubicBezTo>
                    <a:pt x="126" y="39"/>
                    <a:pt x="126" y="39"/>
                    <a:pt x="126" y="39"/>
                  </a:cubicBezTo>
                  <a:cubicBezTo>
                    <a:pt x="123" y="52"/>
                    <a:pt x="111" y="61"/>
                    <a:pt x="97" y="61"/>
                  </a:cubicBezTo>
                  <a:cubicBezTo>
                    <a:pt x="83" y="61"/>
                    <a:pt x="72" y="52"/>
                    <a:pt x="68" y="39"/>
                  </a:cubicBezTo>
                  <a:cubicBezTo>
                    <a:pt x="59" y="39"/>
                    <a:pt x="59" y="39"/>
                    <a:pt x="59" y="39"/>
                  </a:cubicBezTo>
                  <a:cubicBezTo>
                    <a:pt x="56" y="52"/>
                    <a:pt x="44" y="61"/>
                    <a:pt x="30" y="61"/>
                  </a:cubicBezTo>
                  <a:cubicBezTo>
                    <a:pt x="13" y="61"/>
                    <a:pt x="0" y="48"/>
                    <a:pt x="0" y="31"/>
                  </a:cubicBezTo>
                  <a:cubicBezTo>
                    <a:pt x="0" y="17"/>
                    <a:pt x="9" y="5"/>
                    <a:pt x="21"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6" name="Google Shape;606;p13"/>
            <p:cNvSpPr/>
            <p:nvPr/>
          </p:nvSpPr>
          <p:spPr>
            <a:xfrm flipH="1">
              <a:off x="9925851" y="5066965"/>
              <a:ext cx="506132" cy="76639"/>
            </a:xfrm>
            <a:custGeom>
              <a:avLst/>
              <a:gdLst/>
              <a:ahLst/>
              <a:cxnLst/>
              <a:rect l="l" t="t" r="r" b="b"/>
              <a:pathLst>
                <a:path w="402" h="61" extrusionOk="0">
                  <a:moveTo>
                    <a:pt x="22" y="2"/>
                  </a:moveTo>
                  <a:cubicBezTo>
                    <a:pt x="22" y="1"/>
                    <a:pt x="22" y="1"/>
                    <a:pt x="22" y="1"/>
                  </a:cubicBezTo>
                  <a:cubicBezTo>
                    <a:pt x="23" y="1"/>
                    <a:pt x="23" y="1"/>
                    <a:pt x="23" y="1"/>
                  </a:cubicBezTo>
                  <a:cubicBezTo>
                    <a:pt x="25" y="1"/>
                    <a:pt x="28" y="0"/>
                    <a:pt x="31" y="0"/>
                  </a:cubicBezTo>
                  <a:cubicBezTo>
                    <a:pt x="34" y="0"/>
                    <a:pt x="36" y="1"/>
                    <a:pt x="39" y="1"/>
                  </a:cubicBezTo>
                  <a:cubicBezTo>
                    <a:pt x="90" y="1"/>
                    <a:pt x="90" y="1"/>
                    <a:pt x="90" y="1"/>
                  </a:cubicBezTo>
                  <a:cubicBezTo>
                    <a:pt x="92" y="1"/>
                    <a:pt x="95" y="0"/>
                    <a:pt x="98" y="0"/>
                  </a:cubicBezTo>
                  <a:cubicBezTo>
                    <a:pt x="101" y="0"/>
                    <a:pt x="103" y="1"/>
                    <a:pt x="106" y="1"/>
                  </a:cubicBezTo>
                  <a:cubicBezTo>
                    <a:pt x="297" y="1"/>
                    <a:pt x="297" y="1"/>
                    <a:pt x="297" y="1"/>
                  </a:cubicBezTo>
                  <a:cubicBezTo>
                    <a:pt x="299" y="1"/>
                    <a:pt x="302" y="0"/>
                    <a:pt x="305" y="0"/>
                  </a:cubicBezTo>
                  <a:cubicBezTo>
                    <a:pt x="308" y="0"/>
                    <a:pt x="310" y="1"/>
                    <a:pt x="313" y="1"/>
                  </a:cubicBezTo>
                  <a:cubicBezTo>
                    <a:pt x="364" y="1"/>
                    <a:pt x="364" y="1"/>
                    <a:pt x="364" y="1"/>
                  </a:cubicBezTo>
                  <a:cubicBezTo>
                    <a:pt x="366" y="1"/>
                    <a:pt x="369" y="0"/>
                    <a:pt x="372" y="0"/>
                  </a:cubicBezTo>
                  <a:cubicBezTo>
                    <a:pt x="389" y="0"/>
                    <a:pt x="402" y="14"/>
                    <a:pt x="402" y="31"/>
                  </a:cubicBezTo>
                  <a:cubicBezTo>
                    <a:pt x="402" y="48"/>
                    <a:pt x="389" y="61"/>
                    <a:pt x="372" y="61"/>
                  </a:cubicBezTo>
                  <a:cubicBezTo>
                    <a:pt x="358" y="61"/>
                    <a:pt x="346" y="52"/>
                    <a:pt x="343" y="39"/>
                  </a:cubicBezTo>
                  <a:cubicBezTo>
                    <a:pt x="334" y="39"/>
                    <a:pt x="334" y="39"/>
                    <a:pt x="334" y="39"/>
                  </a:cubicBezTo>
                  <a:cubicBezTo>
                    <a:pt x="330" y="52"/>
                    <a:pt x="319" y="61"/>
                    <a:pt x="305" y="61"/>
                  </a:cubicBezTo>
                  <a:cubicBezTo>
                    <a:pt x="291" y="61"/>
                    <a:pt x="279" y="52"/>
                    <a:pt x="276" y="39"/>
                  </a:cubicBezTo>
                  <a:cubicBezTo>
                    <a:pt x="264" y="39"/>
                    <a:pt x="264" y="39"/>
                    <a:pt x="264" y="39"/>
                  </a:cubicBezTo>
                  <a:cubicBezTo>
                    <a:pt x="256" y="52"/>
                    <a:pt x="256" y="52"/>
                    <a:pt x="256" y="52"/>
                  </a:cubicBezTo>
                  <a:cubicBezTo>
                    <a:pt x="140" y="52"/>
                    <a:pt x="140" y="52"/>
                    <a:pt x="140" y="52"/>
                  </a:cubicBezTo>
                  <a:cubicBezTo>
                    <a:pt x="132" y="39"/>
                    <a:pt x="132" y="39"/>
                    <a:pt x="132" y="39"/>
                  </a:cubicBezTo>
                  <a:cubicBezTo>
                    <a:pt x="127" y="39"/>
                    <a:pt x="127" y="39"/>
                    <a:pt x="127" y="39"/>
                  </a:cubicBezTo>
                  <a:cubicBezTo>
                    <a:pt x="123" y="52"/>
                    <a:pt x="112" y="61"/>
                    <a:pt x="98" y="61"/>
                  </a:cubicBezTo>
                  <a:cubicBezTo>
                    <a:pt x="84" y="61"/>
                    <a:pt x="72" y="52"/>
                    <a:pt x="69" y="39"/>
                  </a:cubicBezTo>
                  <a:cubicBezTo>
                    <a:pt x="60" y="39"/>
                    <a:pt x="60" y="39"/>
                    <a:pt x="60" y="39"/>
                  </a:cubicBezTo>
                  <a:cubicBezTo>
                    <a:pt x="56" y="52"/>
                    <a:pt x="45" y="61"/>
                    <a:pt x="31" y="61"/>
                  </a:cubicBezTo>
                  <a:cubicBezTo>
                    <a:pt x="14" y="61"/>
                    <a:pt x="0" y="48"/>
                    <a:pt x="0" y="31"/>
                  </a:cubicBezTo>
                  <a:cubicBezTo>
                    <a:pt x="0" y="17"/>
                    <a:pt x="10" y="5"/>
                    <a:pt x="22"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7" name="Google Shape;607;p13"/>
            <p:cNvSpPr/>
            <p:nvPr/>
          </p:nvSpPr>
          <p:spPr>
            <a:xfrm flipH="1">
              <a:off x="7193001" y="4504066"/>
              <a:ext cx="3400204" cy="595934"/>
            </a:xfrm>
            <a:custGeom>
              <a:avLst/>
              <a:gdLst/>
              <a:ahLst/>
              <a:cxnLst/>
              <a:rect l="l" t="t" r="r" b="b"/>
              <a:pathLst>
                <a:path w="2702" h="473" extrusionOk="0">
                  <a:moveTo>
                    <a:pt x="0" y="0"/>
                  </a:moveTo>
                  <a:cubicBezTo>
                    <a:pt x="0" y="473"/>
                    <a:pt x="0" y="473"/>
                    <a:pt x="0" y="473"/>
                  </a:cubicBezTo>
                  <a:cubicBezTo>
                    <a:pt x="2535" y="473"/>
                    <a:pt x="2535" y="473"/>
                    <a:pt x="2535" y="473"/>
                  </a:cubicBezTo>
                  <a:cubicBezTo>
                    <a:pt x="2535" y="473"/>
                    <a:pt x="2702" y="393"/>
                    <a:pt x="2585" y="326"/>
                  </a:cubicBezTo>
                  <a:cubicBezTo>
                    <a:pt x="2468" y="260"/>
                    <a:pt x="2025" y="0"/>
                    <a:pt x="1705" y="0"/>
                  </a:cubicBezTo>
                  <a:cubicBezTo>
                    <a:pt x="1385" y="0"/>
                    <a:pt x="0" y="0"/>
                    <a:pt x="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8" name="Google Shape;608;p13"/>
            <p:cNvSpPr/>
            <p:nvPr/>
          </p:nvSpPr>
          <p:spPr>
            <a:xfrm flipH="1">
              <a:off x="7330433" y="5072250"/>
              <a:ext cx="3262773" cy="60782"/>
            </a:xfrm>
            <a:custGeom>
              <a:avLst/>
              <a:gdLst/>
              <a:ahLst/>
              <a:cxnLst/>
              <a:rect l="l" t="t" r="r" b="b"/>
              <a:pathLst>
                <a:path w="2469" h="46" extrusionOk="0">
                  <a:moveTo>
                    <a:pt x="2469" y="46"/>
                  </a:moveTo>
                  <a:lnTo>
                    <a:pt x="2414" y="21"/>
                  </a:lnTo>
                  <a:lnTo>
                    <a:pt x="2382" y="21"/>
                  </a:lnTo>
                  <a:lnTo>
                    <a:pt x="2345" y="0"/>
                  </a:lnTo>
                  <a:lnTo>
                    <a:pt x="0" y="0"/>
                  </a:lnTo>
                  <a:lnTo>
                    <a:pt x="0" y="21"/>
                  </a:lnTo>
                  <a:lnTo>
                    <a:pt x="534" y="21"/>
                  </a:lnTo>
                  <a:lnTo>
                    <a:pt x="544" y="46"/>
                  </a:lnTo>
                  <a:lnTo>
                    <a:pt x="1715" y="46"/>
                  </a:lnTo>
                  <a:lnTo>
                    <a:pt x="1744" y="23"/>
                  </a:lnTo>
                  <a:lnTo>
                    <a:pt x="2155" y="23"/>
                  </a:lnTo>
                  <a:lnTo>
                    <a:pt x="2155" y="46"/>
                  </a:lnTo>
                  <a:lnTo>
                    <a:pt x="2469" y="4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9" name="Google Shape;609;p13"/>
            <p:cNvSpPr/>
            <p:nvPr/>
          </p:nvSpPr>
          <p:spPr>
            <a:xfrm flipH="1">
              <a:off x="7675344" y="4582026"/>
              <a:ext cx="725501" cy="151957"/>
            </a:xfrm>
            <a:custGeom>
              <a:avLst/>
              <a:gdLst/>
              <a:ahLst/>
              <a:cxnLst/>
              <a:rect l="l" t="t" r="r" b="b"/>
              <a:pathLst>
                <a:path w="577" h="121" extrusionOk="0">
                  <a:moveTo>
                    <a:pt x="0" y="121"/>
                  </a:moveTo>
                  <a:cubicBezTo>
                    <a:pt x="0" y="0"/>
                    <a:pt x="0" y="0"/>
                    <a:pt x="0" y="0"/>
                  </a:cubicBezTo>
                  <a:cubicBezTo>
                    <a:pt x="286" y="0"/>
                    <a:pt x="286" y="0"/>
                    <a:pt x="286" y="0"/>
                  </a:cubicBezTo>
                  <a:cubicBezTo>
                    <a:pt x="388" y="34"/>
                    <a:pt x="488" y="78"/>
                    <a:pt x="577" y="121"/>
                  </a:cubicBezTo>
                  <a:lnTo>
                    <a:pt x="0" y="12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0" name="Google Shape;610;p13"/>
            <p:cNvSpPr/>
            <p:nvPr/>
          </p:nvSpPr>
          <p:spPr>
            <a:xfrm flipH="1">
              <a:off x="7515287" y="5027324"/>
              <a:ext cx="3013165" cy="31669"/>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13"/>
            <p:cNvSpPr/>
            <p:nvPr/>
          </p:nvSpPr>
          <p:spPr>
            <a:xfrm flipH="1">
              <a:off x="9914014" y="4582026"/>
              <a:ext cx="421499" cy="15194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2" name="Google Shape;612;p13"/>
            <p:cNvSpPr/>
            <p:nvPr/>
          </p:nvSpPr>
          <p:spPr>
            <a:xfrm flipH="1">
              <a:off x="9468696" y="4582026"/>
              <a:ext cx="420152" cy="15194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13"/>
            <p:cNvSpPr/>
            <p:nvPr/>
          </p:nvSpPr>
          <p:spPr>
            <a:xfrm flipH="1">
              <a:off x="8497337" y="4464425"/>
              <a:ext cx="2019221" cy="39754"/>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4" name="Google Shape;614;p13"/>
            <p:cNvSpPr/>
            <p:nvPr/>
          </p:nvSpPr>
          <p:spPr>
            <a:xfrm flipH="1">
              <a:off x="8575348" y="4415534"/>
              <a:ext cx="387133" cy="4885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5" name="Google Shape;615;p13"/>
            <p:cNvSpPr/>
            <p:nvPr/>
          </p:nvSpPr>
          <p:spPr>
            <a:xfrm flipH="1">
              <a:off x="10076566" y="4415534"/>
              <a:ext cx="387133" cy="4885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13"/>
            <p:cNvSpPr/>
            <p:nvPr/>
          </p:nvSpPr>
          <p:spPr>
            <a:xfrm flipH="1">
              <a:off x="9022013" y="4415534"/>
              <a:ext cx="387133" cy="4885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13"/>
            <p:cNvSpPr/>
            <p:nvPr/>
          </p:nvSpPr>
          <p:spPr>
            <a:xfrm flipH="1">
              <a:off x="7321182" y="4773623"/>
              <a:ext cx="654140" cy="153278"/>
            </a:xfrm>
            <a:custGeom>
              <a:avLst/>
              <a:gdLst/>
              <a:ahLst/>
              <a:cxnLst/>
              <a:rect l="l" t="t" r="r" b="b"/>
              <a:pathLst>
                <a:path w="495" h="116" extrusionOk="0">
                  <a:moveTo>
                    <a:pt x="0" y="0"/>
                  </a:moveTo>
                  <a:lnTo>
                    <a:pt x="285" y="0"/>
                  </a:lnTo>
                  <a:lnTo>
                    <a:pt x="495" y="116"/>
                  </a:lnTo>
                  <a:lnTo>
                    <a:pt x="467" y="116"/>
                  </a:lnTo>
                  <a:lnTo>
                    <a:pt x="290" y="21"/>
                  </a:lnTo>
                  <a:lnTo>
                    <a:pt x="37" y="21"/>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13"/>
            <p:cNvSpPr/>
            <p:nvPr/>
          </p:nvSpPr>
          <p:spPr>
            <a:xfrm flipH="1">
              <a:off x="7931196" y="4885938"/>
              <a:ext cx="330374" cy="112316"/>
            </a:xfrm>
            <a:custGeom>
              <a:avLst/>
              <a:gdLst/>
              <a:ahLst/>
              <a:cxnLst/>
              <a:rect l="l" t="t" r="r" b="b"/>
              <a:pathLst>
                <a:path w="250" h="85" extrusionOk="0">
                  <a:moveTo>
                    <a:pt x="131" y="0"/>
                  </a:moveTo>
                  <a:lnTo>
                    <a:pt x="250" y="85"/>
                  </a:lnTo>
                  <a:lnTo>
                    <a:pt x="91" y="85"/>
                  </a:lnTo>
                  <a:lnTo>
                    <a:pt x="0" y="0"/>
                  </a:lnTo>
                  <a:lnTo>
                    <a:pt x="13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9" name="Google Shape;619;p13"/>
            <p:cNvSpPr/>
            <p:nvPr/>
          </p:nvSpPr>
          <p:spPr>
            <a:xfrm flipH="1">
              <a:off x="8151886" y="4885938"/>
              <a:ext cx="158579" cy="112316"/>
            </a:xfrm>
            <a:custGeom>
              <a:avLst/>
              <a:gdLst/>
              <a:ahLst/>
              <a:cxnLst/>
              <a:rect l="l" t="t" r="r" b="b"/>
              <a:pathLst>
                <a:path w="120" h="85" extrusionOk="0">
                  <a:moveTo>
                    <a:pt x="30" y="0"/>
                  </a:moveTo>
                  <a:lnTo>
                    <a:pt x="120" y="85"/>
                  </a:lnTo>
                  <a:lnTo>
                    <a:pt x="91" y="85"/>
                  </a:lnTo>
                  <a:lnTo>
                    <a:pt x="0" y="0"/>
                  </a:lnTo>
                  <a:lnTo>
                    <a:pt x="3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0" name="Google Shape;620;p13"/>
            <p:cNvSpPr/>
            <p:nvPr/>
          </p:nvSpPr>
          <p:spPr>
            <a:xfrm flipH="1">
              <a:off x="8200780" y="4885938"/>
              <a:ext cx="2332440" cy="112316"/>
            </a:xfrm>
            <a:custGeom>
              <a:avLst/>
              <a:gdLst/>
              <a:ahLst/>
              <a:cxnLst/>
              <a:rect l="l" t="t" r="r" b="b"/>
              <a:pathLst>
                <a:path w="1765" h="85" extrusionOk="0">
                  <a:moveTo>
                    <a:pt x="1675" y="0"/>
                  </a:moveTo>
                  <a:lnTo>
                    <a:pt x="1765" y="85"/>
                  </a:lnTo>
                  <a:lnTo>
                    <a:pt x="0" y="85"/>
                  </a:lnTo>
                  <a:lnTo>
                    <a:pt x="0" y="0"/>
                  </a:lnTo>
                  <a:lnTo>
                    <a:pt x="167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1" name="Google Shape;621;p13"/>
            <p:cNvSpPr/>
            <p:nvPr/>
          </p:nvSpPr>
          <p:spPr>
            <a:xfrm flipH="1">
              <a:off x="7675343" y="4504066"/>
              <a:ext cx="2917862" cy="233881"/>
            </a:xfrm>
            <a:custGeom>
              <a:avLst/>
              <a:gdLst/>
              <a:ahLst/>
              <a:cxnLst/>
              <a:rect l="l" t="t" r="r" b="b"/>
              <a:pathLst>
                <a:path w="2208" h="177" extrusionOk="0">
                  <a:moveTo>
                    <a:pt x="903" y="172"/>
                  </a:moveTo>
                  <a:lnTo>
                    <a:pt x="903" y="0"/>
                  </a:lnTo>
                  <a:lnTo>
                    <a:pt x="907" y="0"/>
                  </a:lnTo>
                  <a:lnTo>
                    <a:pt x="907" y="172"/>
                  </a:lnTo>
                  <a:lnTo>
                    <a:pt x="1186" y="172"/>
                  </a:lnTo>
                  <a:lnTo>
                    <a:pt x="1186" y="0"/>
                  </a:lnTo>
                  <a:lnTo>
                    <a:pt x="1191" y="0"/>
                  </a:lnTo>
                  <a:lnTo>
                    <a:pt x="1191" y="172"/>
                  </a:lnTo>
                  <a:lnTo>
                    <a:pt x="2208" y="172"/>
                  </a:lnTo>
                  <a:lnTo>
                    <a:pt x="2208" y="177"/>
                  </a:lnTo>
                  <a:lnTo>
                    <a:pt x="0" y="177"/>
                  </a:lnTo>
                  <a:lnTo>
                    <a:pt x="0" y="172"/>
                  </a:lnTo>
                  <a:lnTo>
                    <a:pt x="903" y="17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2" name="Google Shape;622;p13"/>
            <p:cNvSpPr/>
            <p:nvPr/>
          </p:nvSpPr>
          <p:spPr>
            <a:xfrm flipH="1">
              <a:off x="7633275" y="4752481"/>
              <a:ext cx="2959930" cy="539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3" name="Google Shape;623;p13"/>
            <p:cNvSpPr/>
            <p:nvPr/>
          </p:nvSpPr>
          <p:spPr>
            <a:xfrm flipH="1">
              <a:off x="10593193" y="4563527"/>
              <a:ext cx="51550" cy="53634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24" name="Google Shape;624;p13"/>
          <p:cNvGrpSpPr/>
          <p:nvPr/>
        </p:nvGrpSpPr>
        <p:grpSpPr>
          <a:xfrm>
            <a:off x="279860" y="3990226"/>
            <a:ext cx="1174818" cy="1153280"/>
            <a:chOff x="3290685" y="3990226"/>
            <a:chExt cx="1174818" cy="1153280"/>
          </a:xfrm>
        </p:grpSpPr>
        <p:grpSp>
          <p:nvGrpSpPr>
            <p:cNvPr id="625" name="Google Shape;625;p13"/>
            <p:cNvGrpSpPr/>
            <p:nvPr/>
          </p:nvGrpSpPr>
          <p:grpSpPr>
            <a:xfrm>
              <a:off x="3872750" y="3990226"/>
              <a:ext cx="342839" cy="1153109"/>
              <a:chOff x="1539885" y="3300413"/>
              <a:chExt cx="511166" cy="1719263"/>
            </a:xfrm>
          </p:grpSpPr>
          <p:sp>
            <p:nvSpPr>
              <p:cNvPr id="626" name="Google Shape;626;p1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1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8" name="Google Shape;628;p13"/>
              <p:cNvSpPr/>
              <p:nvPr/>
            </p:nvSpPr>
            <p:spPr>
              <a:xfrm>
                <a:off x="1539885" y="3366229"/>
                <a:ext cx="476257" cy="1482007"/>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9" name="Google Shape;629;p1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0" name="Google Shape;630;p1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1" name="Google Shape;631;p1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2" name="Google Shape;632;p13"/>
            <p:cNvGrpSpPr/>
            <p:nvPr/>
          </p:nvGrpSpPr>
          <p:grpSpPr>
            <a:xfrm>
              <a:off x="3628815" y="4502797"/>
              <a:ext cx="185813" cy="640708"/>
              <a:chOff x="1539875" y="3257551"/>
              <a:chExt cx="511176" cy="1762125"/>
            </a:xfrm>
          </p:grpSpPr>
          <p:sp>
            <p:nvSpPr>
              <p:cNvPr id="633" name="Google Shape;633;p1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4" name="Google Shape;634;p1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5" name="Google Shape;635;p1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1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7" name="Google Shape;637;p1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8" name="Google Shape;638;p1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9" name="Google Shape;639;p13"/>
            <p:cNvGrpSpPr/>
            <p:nvPr/>
          </p:nvGrpSpPr>
          <p:grpSpPr>
            <a:xfrm flipH="1">
              <a:off x="3290685" y="4367461"/>
              <a:ext cx="225020" cy="775863"/>
              <a:chOff x="1539875" y="3257551"/>
              <a:chExt cx="511176" cy="1762125"/>
            </a:xfrm>
          </p:grpSpPr>
          <p:sp>
            <p:nvSpPr>
              <p:cNvPr id="640" name="Google Shape;640;p1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1" name="Google Shape;641;p1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2" name="Google Shape;642;p1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3" name="Google Shape;643;p1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4" name="Google Shape;644;p1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5" name="Google Shape;645;p1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46" name="Google Shape;646;p13"/>
            <p:cNvGrpSpPr/>
            <p:nvPr/>
          </p:nvGrpSpPr>
          <p:grpSpPr>
            <a:xfrm>
              <a:off x="4279690" y="4502797"/>
              <a:ext cx="185813" cy="640708"/>
              <a:chOff x="1539875" y="3257551"/>
              <a:chExt cx="511176" cy="1762125"/>
            </a:xfrm>
          </p:grpSpPr>
          <p:sp>
            <p:nvSpPr>
              <p:cNvPr id="647" name="Google Shape;647;p1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1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9" name="Google Shape;649;p1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0" name="Google Shape;650;p1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1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2" name="Google Shape;652;p1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cxnSp>
        <p:nvCxnSpPr>
          <p:cNvPr id="653" name="Google Shape;653;p13"/>
          <p:cNvCxnSpPr/>
          <p:nvPr/>
        </p:nvCxnSpPr>
        <p:spPr>
          <a:xfrm>
            <a:off x="4572000" y="-200925"/>
            <a:ext cx="0" cy="583800"/>
          </a:xfrm>
          <a:prstGeom prst="straightConnector1">
            <a:avLst/>
          </a:prstGeom>
          <a:noFill/>
          <a:ln w="9525" cap="flat" cmpd="sng">
            <a:solidFill>
              <a:schemeClr val="dk1"/>
            </a:solidFill>
            <a:prstDash val="solid"/>
            <a:round/>
            <a:headEnd type="none" w="med" len="med"/>
            <a:tailEnd type="diamond" w="med" len="med"/>
          </a:ln>
        </p:spPr>
      </p:cxnSp>
      <p:grpSp>
        <p:nvGrpSpPr>
          <p:cNvPr id="654" name="Google Shape;654;p13"/>
          <p:cNvGrpSpPr/>
          <p:nvPr/>
        </p:nvGrpSpPr>
        <p:grpSpPr>
          <a:xfrm>
            <a:off x="-240894" y="206750"/>
            <a:ext cx="9727333" cy="962875"/>
            <a:chOff x="-240894" y="206750"/>
            <a:chExt cx="9727333" cy="962875"/>
          </a:xfrm>
        </p:grpSpPr>
        <p:sp>
          <p:nvSpPr>
            <p:cNvPr id="655" name="Google Shape;655;p13"/>
            <p:cNvSpPr/>
            <p:nvPr/>
          </p:nvSpPr>
          <p:spPr>
            <a:xfrm>
              <a:off x="483752" y="206750"/>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6" name="Google Shape;656;p13"/>
            <p:cNvSpPr/>
            <p:nvPr/>
          </p:nvSpPr>
          <p:spPr>
            <a:xfrm flipH="1">
              <a:off x="-240894" y="419880"/>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7" name="Google Shape;657;p13"/>
            <p:cNvSpPr/>
            <p:nvPr/>
          </p:nvSpPr>
          <p:spPr>
            <a:xfrm flipH="1">
              <a:off x="8775631" y="892555"/>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047"/>
        <p:cNvGrpSpPr/>
        <p:nvPr/>
      </p:nvGrpSpPr>
      <p:grpSpPr>
        <a:xfrm>
          <a:off x="0" y="0"/>
          <a:ext cx="0" cy="0"/>
          <a:chOff x="0" y="0"/>
          <a:chExt cx="0" cy="0"/>
        </a:xfrm>
      </p:grpSpPr>
      <p:pic>
        <p:nvPicPr>
          <p:cNvPr id="1048" name="Google Shape;1048;p1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049" name="Google Shape;1049;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50" name="Google Shape;1050;p18"/>
          <p:cNvSpPr txBox="1">
            <a:spLocks noGrp="1"/>
          </p:cNvSpPr>
          <p:nvPr>
            <p:ph type="subTitle" idx="1"/>
          </p:nvPr>
        </p:nvSpPr>
        <p:spPr>
          <a:xfrm>
            <a:off x="1612375" y="1243741"/>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051" name="Google Shape;1051;p18"/>
          <p:cNvSpPr txBox="1">
            <a:spLocks noGrp="1"/>
          </p:cNvSpPr>
          <p:nvPr>
            <p:ph type="subTitle" idx="2"/>
          </p:nvPr>
        </p:nvSpPr>
        <p:spPr>
          <a:xfrm>
            <a:off x="1612376" y="1697666"/>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52" name="Google Shape;1052;p18"/>
          <p:cNvSpPr txBox="1">
            <a:spLocks noGrp="1"/>
          </p:cNvSpPr>
          <p:nvPr>
            <p:ph type="subTitle" idx="3"/>
          </p:nvPr>
        </p:nvSpPr>
        <p:spPr>
          <a:xfrm>
            <a:off x="5309502" y="1697666"/>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53" name="Google Shape;1053;p18"/>
          <p:cNvSpPr txBox="1">
            <a:spLocks noGrp="1"/>
          </p:cNvSpPr>
          <p:nvPr>
            <p:ph type="subTitle" idx="4"/>
          </p:nvPr>
        </p:nvSpPr>
        <p:spPr>
          <a:xfrm>
            <a:off x="1612376" y="3146166"/>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54" name="Google Shape;1054;p18"/>
          <p:cNvSpPr txBox="1">
            <a:spLocks noGrp="1"/>
          </p:cNvSpPr>
          <p:nvPr>
            <p:ph type="subTitle" idx="5"/>
          </p:nvPr>
        </p:nvSpPr>
        <p:spPr>
          <a:xfrm>
            <a:off x="5309502" y="3146166"/>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55" name="Google Shape;1055;p18"/>
          <p:cNvSpPr txBox="1">
            <a:spLocks noGrp="1"/>
          </p:cNvSpPr>
          <p:nvPr>
            <p:ph type="subTitle" idx="6"/>
          </p:nvPr>
        </p:nvSpPr>
        <p:spPr>
          <a:xfrm>
            <a:off x="1612375" y="2692241"/>
            <a:ext cx="2967000" cy="5259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056" name="Google Shape;1056;p18"/>
          <p:cNvSpPr txBox="1">
            <a:spLocks noGrp="1"/>
          </p:cNvSpPr>
          <p:nvPr>
            <p:ph type="subTitle" idx="7"/>
          </p:nvPr>
        </p:nvSpPr>
        <p:spPr>
          <a:xfrm>
            <a:off x="5309500" y="1243741"/>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057" name="Google Shape;1057;p18"/>
          <p:cNvSpPr txBox="1">
            <a:spLocks noGrp="1"/>
          </p:cNvSpPr>
          <p:nvPr>
            <p:ph type="subTitle" idx="8"/>
          </p:nvPr>
        </p:nvSpPr>
        <p:spPr>
          <a:xfrm>
            <a:off x="5309500" y="2692241"/>
            <a:ext cx="2967000" cy="5259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cxnSp>
        <p:nvCxnSpPr>
          <p:cNvPr id="1058" name="Google Shape;1058;p18"/>
          <p:cNvCxnSpPr/>
          <p:nvPr/>
        </p:nvCxnSpPr>
        <p:spPr>
          <a:xfrm>
            <a:off x="4572000" y="-200925"/>
            <a:ext cx="0" cy="583800"/>
          </a:xfrm>
          <a:prstGeom prst="straightConnector1">
            <a:avLst/>
          </a:prstGeom>
          <a:noFill/>
          <a:ln w="9525" cap="flat" cmpd="sng">
            <a:solidFill>
              <a:schemeClr val="dk1"/>
            </a:solidFill>
            <a:prstDash val="solid"/>
            <a:round/>
            <a:headEnd type="none" w="med" len="med"/>
            <a:tailEnd type="diamond" w="med" len="med"/>
          </a:ln>
        </p:spPr>
      </p:cxnSp>
      <p:sp>
        <p:nvSpPr>
          <p:cNvPr id="1059" name="Google Shape;1059;p18"/>
          <p:cNvSpPr/>
          <p:nvPr/>
        </p:nvSpPr>
        <p:spPr>
          <a:xfrm>
            <a:off x="-153276" y="4356111"/>
            <a:ext cx="3779754" cy="862125"/>
          </a:xfrm>
          <a:custGeom>
            <a:avLst/>
            <a:gdLst/>
            <a:ahLst/>
            <a:cxnLst/>
            <a:rect l="l" t="t" r="r" b="b"/>
            <a:pathLst>
              <a:path w="1435" h="328" extrusionOk="0">
                <a:moveTo>
                  <a:pt x="1418" y="328"/>
                </a:moveTo>
                <a:cubicBezTo>
                  <a:pt x="1429" y="312"/>
                  <a:pt x="1435" y="293"/>
                  <a:pt x="1435" y="271"/>
                </a:cubicBezTo>
                <a:cubicBezTo>
                  <a:pt x="1435" y="216"/>
                  <a:pt x="1390" y="171"/>
                  <a:pt x="1335" y="171"/>
                </a:cubicBezTo>
                <a:cubicBezTo>
                  <a:pt x="1318" y="171"/>
                  <a:pt x="1302" y="175"/>
                  <a:pt x="1288" y="182"/>
                </a:cubicBezTo>
                <a:cubicBezTo>
                  <a:pt x="1281" y="171"/>
                  <a:pt x="1269" y="162"/>
                  <a:pt x="1256" y="160"/>
                </a:cubicBezTo>
                <a:cubicBezTo>
                  <a:pt x="1239" y="157"/>
                  <a:pt x="1224" y="154"/>
                  <a:pt x="1214" y="169"/>
                </a:cubicBezTo>
                <a:cubicBezTo>
                  <a:pt x="1218" y="144"/>
                  <a:pt x="1207" y="118"/>
                  <a:pt x="1187" y="104"/>
                </a:cubicBezTo>
                <a:cubicBezTo>
                  <a:pt x="1167" y="90"/>
                  <a:pt x="1139" y="87"/>
                  <a:pt x="1117" y="98"/>
                </a:cubicBezTo>
                <a:cubicBezTo>
                  <a:pt x="1108" y="60"/>
                  <a:pt x="1073" y="29"/>
                  <a:pt x="1034" y="25"/>
                </a:cubicBezTo>
                <a:cubicBezTo>
                  <a:pt x="995" y="21"/>
                  <a:pt x="954" y="44"/>
                  <a:pt x="938" y="80"/>
                </a:cubicBezTo>
                <a:cubicBezTo>
                  <a:pt x="915" y="63"/>
                  <a:pt x="883" y="57"/>
                  <a:pt x="856" y="64"/>
                </a:cubicBezTo>
                <a:cubicBezTo>
                  <a:pt x="828" y="72"/>
                  <a:pt x="804" y="94"/>
                  <a:pt x="793" y="121"/>
                </a:cubicBezTo>
                <a:cubicBezTo>
                  <a:pt x="779" y="111"/>
                  <a:pt x="758" y="103"/>
                  <a:pt x="744" y="113"/>
                </a:cubicBezTo>
                <a:cubicBezTo>
                  <a:pt x="743" y="96"/>
                  <a:pt x="732" y="80"/>
                  <a:pt x="716" y="72"/>
                </a:cubicBezTo>
                <a:cubicBezTo>
                  <a:pt x="701" y="65"/>
                  <a:pt x="682" y="66"/>
                  <a:pt x="667" y="76"/>
                </a:cubicBezTo>
                <a:cubicBezTo>
                  <a:pt x="657" y="42"/>
                  <a:pt x="627" y="14"/>
                  <a:pt x="592" y="7"/>
                </a:cubicBezTo>
                <a:cubicBezTo>
                  <a:pt x="557" y="0"/>
                  <a:pt x="524" y="12"/>
                  <a:pt x="501" y="39"/>
                </a:cubicBezTo>
                <a:cubicBezTo>
                  <a:pt x="492" y="35"/>
                  <a:pt x="482" y="34"/>
                  <a:pt x="473" y="36"/>
                </a:cubicBezTo>
                <a:cubicBezTo>
                  <a:pt x="449" y="39"/>
                  <a:pt x="428" y="58"/>
                  <a:pt x="422" y="82"/>
                </a:cubicBezTo>
                <a:cubicBezTo>
                  <a:pt x="415" y="75"/>
                  <a:pt x="402" y="74"/>
                  <a:pt x="392" y="76"/>
                </a:cubicBezTo>
                <a:cubicBezTo>
                  <a:pt x="382" y="78"/>
                  <a:pt x="372" y="84"/>
                  <a:pt x="367" y="93"/>
                </a:cubicBezTo>
                <a:cubicBezTo>
                  <a:pt x="351" y="76"/>
                  <a:pt x="325" y="66"/>
                  <a:pt x="301" y="66"/>
                </a:cubicBezTo>
                <a:cubicBezTo>
                  <a:pt x="277" y="66"/>
                  <a:pt x="254" y="75"/>
                  <a:pt x="237" y="92"/>
                </a:cubicBezTo>
                <a:cubicBezTo>
                  <a:pt x="232" y="85"/>
                  <a:pt x="223" y="81"/>
                  <a:pt x="214" y="81"/>
                </a:cubicBezTo>
                <a:cubicBezTo>
                  <a:pt x="205" y="81"/>
                  <a:pt x="196" y="86"/>
                  <a:pt x="191" y="94"/>
                </a:cubicBezTo>
                <a:cubicBezTo>
                  <a:pt x="174" y="79"/>
                  <a:pt x="149" y="70"/>
                  <a:pt x="127" y="74"/>
                </a:cubicBezTo>
                <a:cubicBezTo>
                  <a:pt x="104" y="77"/>
                  <a:pt x="84" y="90"/>
                  <a:pt x="72" y="110"/>
                </a:cubicBezTo>
                <a:cubicBezTo>
                  <a:pt x="41" y="67"/>
                  <a:pt x="0" y="72"/>
                  <a:pt x="0" y="72"/>
                </a:cubicBezTo>
                <a:cubicBezTo>
                  <a:pt x="0" y="328"/>
                  <a:pt x="0" y="328"/>
                  <a:pt x="0" y="328"/>
                </a:cubicBezTo>
                <a:lnTo>
                  <a:pt x="1418" y="328"/>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60" name="Google Shape;1060;p18"/>
          <p:cNvGrpSpPr/>
          <p:nvPr/>
        </p:nvGrpSpPr>
        <p:grpSpPr>
          <a:xfrm>
            <a:off x="7685409" y="4281160"/>
            <a:ext cx="792171" cy="862140"/>
            <a:chOff x="413108" y="4102274"/>
            <a:chExt cx="956728" cy="1041232"/>
          </a:xfrm>
        </p:grpSpPr>
        <p:grpSp>
          <p:nvGrpSpPr>
            <p:cNvPr id="1061" name="Google Shape;1061;p18"/>
            <p:cNvGrpSpPr/>
            <p:nvPr/>
          </p:nvGrpSpPr>
          <p:grpSpPr>
            <a:xfrm>
              <a:off x="1067833" y="4102274"/>
              <a:ext cx="302003" cy="1041063"/>
              <a:chOff x="1539875" y="3257551"/>
              <a:chExt cx="511176" cy="1762125"/>
            </a:xfrm>
          </p:grpSpPr>
          <p:sp>
            <p:nvSpPr>
              <p:cNvPr id="1062" name="Google Shape;1062;p18"/>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3" name="Google Shape;1063;p18"/>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4" name="Google Shape;1064;p18"/>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5" name="Google Shape;1065;p18"/>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6" name="Google Shape;1066;p18"/>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7" name="Google Shape;1067;p18"/>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68" name="Google Shape;1068;p18"/>
            <p:cNvGrpSpPr/>
            <p:nvPr/>
          </p:nvGrpSpPr>
          <p:grpSpPr>
            <a:xfrm>
              <a:off x="823965" y="4502797"/>
              <a:ext cx="185813" cy="640708"/>
              <a:chOff x="1539875" y="3257551"/>
              <a:chExt cx="511176" cy="1762125"/>
            </a:xfrm>
          </p:grpSpPr>
          <p:sp>
            <p:nvSpPr>
              <p:cNvPr id="1069" name="Google Shape;1069;p18"/>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0" name="Google Shape;1070;p18"/>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1" name="Google Shape;1071;p18"/>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2" name="Google Shape;1072;p18"/>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3" name="Google Shape;1073;p18"/>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4" name="Google Shape;1074;p18"/>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75" name="Google Shape;1075;p18"/>
            <p:cNvGrpSpPr/>
            <p:nvPr/>
          </p:nvGrpSpPr>
          <p:grpSpPr>
            <a:xfrm>
              <a:off x="413108" y="4102274"/>
              <a:ext cx="302003" cy="1041063"/>
              <a:chOff x="1539875" y="3257551"/>
              <a:chExt cx="511176" cy="1762125"/>
            </a:xfrm>
          </p:grpSpPr>
          <p:sp>
            <p:nvSpPr>
              <p:cNvPr id="1076" name="Google Shape;1076;p18"/>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7" name="Google Shape;1077;p18"/>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8" name="Google Shape;1078;p18"/>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9" name="Google Shape;1079;p18"/>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0" name="Google Shape;1080;p18"/>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1" name="Google Shape;1081;p18"/>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082" name="Google Shape;1082;p18"/>
          <p:cNvGrpSpPr/>
          <p:nvPr/>
        </p:nvGrpSpPr>
        <p:grpSpPr>
          <a:xfrm>
            <a:off x="-2141949" y="4542134"/>
            <a:ext cx="4125481" cy="601089"/>
            <a:chOff x="2058996" y="3799479"/>
            <a:chExt cx="4372066" cy="637017"/>
          </a:xfrm>
        </p:grpSpPr>
        <p:sp>
          <p:nvSpPr>
            <p:cNvPr id="1083" name="Google Shape;1083;p18"/>
            <p:cNvSpPr/>
            <p:nvPr/>
          </p:nvSpPr>
          <p:spPr>
            <a:xfrm>
              <a:off x="3863309" y="3834917"/>
              <a:ext cx="106500" cy="566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4" name="Google Shape;1084;p18"/>
            <p:cNvSpPr/>
            <p:nvPr/>
          </p:nvSpPr>
          <p:spPr>
            <a:xfrm>
              <a:off x="2058996" y="3799479"/>
              <a:ext cx="1840800" cy="6369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5" name="Google Shape;1085;p18"/>
            <p:cNvSpPr/>
            <p:nvPr/>
          </p:nvSpPr>
          <p:spPr>
            <a:xfrm>
              <a:off x="2058996" y="4294596"/>
              <a:ext cx="1840800" cy="141900"/>
            </a:xfrm>
            <a:prstGeom prst="rect">
              <a:avLst/>
            </a:prstGeom>
            <a:solidFill>
              <a:srgbClr val="EC52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6" name="Google Shape;1086;p18"/>
            <p:cNvSpPr/>
            <p:nvPr/>
          </p:nvSpPr>
          <p:spPr>
            <a:xfrm>
              <a:off x="2058996" y="4294596"/>
              <a:ext cx="1840800" cy="1419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7" name="Google Shape;1087;p18"/>
            <p:cNvSpPr/>
            <p:nvPr/>
          </p:nvSpPr>
          <p:spPr>
            <a:xfrm>
              <a:off x="2058996" y="3905792"/>
              <a:ext cx="1840800" cy="2115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8" name="Google Shape;1088;p18"/>
            <p:cNvSpPr/>
            <p:nvPr/>
          </p:nvSpPr>
          <p:spPr>
            <a:xfrm>
              <a:off x="2306051" y="3941230"/>
              <a:ext cx="89102" cy="140738"/>
            </a:xfrm>
            <a:custGeom>
              <a:avLst/>
              <a:gdLst/>
              <a:ahLst/>
              <a:cxnLst/>
              <a:rect l="l" t="t" r="r" b="b"/>
              <a:pathLst>
                <a:path w="76" h="121" extrusionOk="0">
                  <a:moveTo>
                    <a:pt x="59" y="0"/>
                  </a:moveTo>
                  <a:cubicBezTo>
                    <a:pt x="18" y="0"/>
                    <a:pt x="18" y="0"/>
                    <a:pt x="18" y="0"/>
                  </a:cubicBezTo>
                  <a:cubicBezTo>
                    <a:pt x="8" y="0"/>
                    <a:pt x="0" y="8"/>
                    <a:pt x="0" y="17"/>
                  </a:cubicBezTo>
                  <a:cubicBezTo>
                    <a:pt x="0" y="104"/>
                    <a:pt x="0" y="104"/>
                    <a:pt x="0" y="104"/>
                  </a:cubicBezTo>
                  <a:cubicBezTo>
                    <a:pt x="0" y="113"/>
                    <a:pt x="8" y="121"/>
                    <a:pt x="18" y="121"/>
                  </a:cubicBezTo>
                  <a:cubicBezTo>
                    <a:pt x="59" y="121"/>
                    <a:pt x="59" y="121"/>
                    <a:pt x="59" y="121"/>
                  </a:cubicBezTo>
                  <a:cubicBezTo>
                    <a:pt x="68" y="121"/>
                    <a:pt x="76" y="113"/>
                    <a:pt x="76" y="104"/>
                  </a:cubicBezTo>
                  <a:cubicBezTo>
                    <a:pt x="76" y="17"/>
                    <a:pt x="76" y="17"/>
                    <a:pt x="76" y="17"/>
                  </a:cubicBezTo>
                  <a:cubicBezTo>
                    <a:pt x="76" y="8"/>
                    <a:pt x="68" y="0"/>
                    <a:pt x="59"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9" name="Google Shape;1089;p18"/>
            <p:cNvSpPr/>
            <p:nvPr/>
          </p:nvSpPr>
          <p:spPr>
            <a:xfrm>
              <a:off x="2431604" y="3941230"/>
              <a:ext cx="87077" cy="140738"/>
            </a:xfrm>
            <a:custGeom>
              <a:avLst/>
              <a:gdLst/>
              <a:ahLst/>
              <a:cxnLst/>
              <a:rect l="l" t="t" r="r" b="b"/>
              <a:pathLst>
                <a:path w="75" h="121" extrusionOk="0">
                  <a:moveTo>
                    <a:pt x="0" y="17"/>
                  </a:moveTo>
                  <a:cubicBezTo>
                    <a:pt x="0" y="104"/>
                    <a:pt x="0" y="104"/>
                    <a:pt x="0" y="104"/>
                  </a:cubicBezTo>
                  <a:cubicBezTo>
                    <a:pt x="0" y="113"/>
                    <a:pt x="7" y="121"/>
                    <a:pt x="17" y="121"/>
                  </a:cubicBezTo>
                  <a:cubicBezTo>
                    <a:pt x="58" y="121"/>
                    <a:pt x="58" y="121"/>
                    <a:pt x="58" y="121"/>
                  </a:cubicBezTo>
                  <a:cubicBezTo>
                    <a:pt x="67" y="121"/>
                    <a:pt x="75" y="113"/>
                    <a:pt x="75" y="104"/>
                  </a:cubicBezTo>
                  <a:cubicBezTo>
                    <a:pt x="75" y="17"/>
                    <a:pt x="75" y="17"/>
                    <a:pt x="75" y="17"/>
                  </a:cubicBezTo>
                  <a:cubicBezTo>
                    <a:pt x="75" y="8"/>
                    <a:pt x="67" y="0"/>
                    <a:pt x="58" y="0"/>
                  </a:cubicBezTo>
                  <a:cubicBezTo>
                    <a:pt x="17" y="0"/>
                    <a:pt x="17" y="0"/>
                    <a:pt x="17" y="0"/>
                  </a:cubicBezTo>
                  <a:cubicBezTo>
                    <a:pt x="7" y="0"/>
                    <a:pt x="0" y="8"/>
                    <a:pt x="0" y="1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0" name="Google Shape;1090;p18"/>
            <p:cNvSpPr/>
            <p:nvPr/>
          </p:nvSpPr>
          <p:spPr>
            <a:xfrm>
              <a:off x="2590570" y="3941230"/>
              <a:ext cx="211617" cy="140738"/>
            </a:xfrm>
            <a:custGeom>
              <a:avLst/>
              <a:gdLst/>
              <a:ahLst/>
              <a:cxnLst/>
              <a:rect l="l" t="t" r="r" b="b"/>
              <a:pathLst>
                <a:path w="182" h="121" extrusionOk="0">
                  <a:moveTo>
                    <a:pt x="164" y="0"/>
                  </a:moveTo>
                  <a:cubicBezTo>
                    <a:pt x="17" y="0"/>
                    <a:pt x="17" y="0"/>
                    <a:pt x="17" y="0"/>
                  </a:cubicBezTo>
                  <a:cubicBezTo>
                    <a:pt x="8" y="0"/>
                    <a:pt x="0" y="8"/>
                    <a:pt x="0" y="17"/>
                  </a:cubicBezTo>
                  <a:cubicBezTo>
                    <a:pt x="0" y="104"/>
                    <a:pt x="0" y="104"/>
                    <a:pt x="0" y="104"/>
                  </a:cubicBezTo>
                  <a:cubicBezTo>
                    <a:pt x="0" y="113"/>
                    <a:pt x="8" y="121"/>
                    <a:pt x="17" y="121"/>
                  </a:cubicBezTo>
                  <a:cubicBezTo>
                    <a:pt x="164" y="121"/>
                    <a:pt x="164" y="121"/>
                    <a:pt x="164" y="121"/>
                  </a:cubicBezTo>
                  <a:cubicBezTo>
                    <a:pt x="174" y="121"/>
                    <a:pt x="182" y="113"/>
                    <a:pt x="182" y="104"/>
                  </a:cubicBezTo>
                  <a:cubicBezTo>
                    <a:pt x="182" y="17"/>
                    <a:pt x="182" y="17"/>
                    <a:pt x="182" y="17"/>
                  </a:cubicBezTo>
                  <a:cubicBezTo>
                    <a:pt x="182" y="8"/>
                    <a:pt x="174" y="0"/>
                    <a:pt x="16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1" name="Google Shape;1091;p18"/>
            <p:cNvSpPr/>
            <p:nvPr/>
          </p:nvSpPr>
          <p:spPr>
            <a:xfrm>
              <a:off x="2872051" y="3941230"/>
              <a:ext cx="89102" cy="140738"/>
            </a:xfrm>
            <a:custGeom>
              <a:avLst/>
              <a:gdLst/>
              <a:ahLst/>
              <a:cxnLst/>
              <a:rect l="l" t="t" r="r" b="b"/>
              <a:pathLst>
                <a:path w="76" h="121" extrusionOk="0">
                  <a:moveTo>
                    <a:pt x="59" y="0"/>
                  </a:moveTo>
                  <a:cubicBezTo>
                    <a:pt x="18" y="0"/>
                    <a:pt x="18" y="0"/>
                    <a:pt x="18" y="0"/>
                  </a:cubicBezTo>
                  <a:cubicBezTo>
                    <a:pt x="8" y="0"/>
                    <a:pt x="0" y="8"/>
                    <a:pt x="0" y="17"/>
                  </a:cubicBezTo>
                  <a:cubicBezTo>
                    <a:pt x="0" y="104"/>
                    <a:pt x="0" y="104"/>
                    <a:pt x="0" y="104"/>
                  </a:cubicBezTo>
                  <a:cubicBezTo>
                    <a:pt x="0" y="113"/>
                    <a:pt x="8" y="121"/>
                    <a:pt x="18" y="121"/>
                  </a:cubicBezTo>
                  <a:cubicBezTo>
                    <a:pt x="59" y="121"/>
                    <a:pt x="59" y="121"/>
                    <a:pt x="59" y="121"/>
                  </a:cubicBezTo>
                  <a:cubicBezTo>
                    <a:pt x="68" y="121"/>
                    <a:pt x="76" y="113"/>
                    <a:pt x="76" y="104"/>
                  </a:cubicBezTo>
                  <a:cubicBezTo>
                    <a:pt x="76" y="17"/>
                    <a:pt x="76" y="17"/>
                    <a:pt x="76" y="17"/>
                  </a:cubicBezTo>
                  <a:cubicBezTo>
                    <a:pt x="76" y="8"/>
                    <a:pt x="68" y="0"/>
                    <a:pt x="59"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2" name="Google Shape;1092;p18"/>
            <p:cNvSpPr/>
            <p:nvPr/>
          </p:nvSpPr>
          <p:spPr>
            <a:xfrm>
              <a:off x="2997603" y="3941230"/>
              <a:ext cx="87077" cy="140738"/>
            </a:xfrm>
            <a:custGeom>
              <a:avLst/>
              <a:gdLst/>
              <a:ahLst/>
              <a:cxnLst/>
              <a:rect l="l" t="t" r="r" b="b"/>
              <a:pathLst>
                <a:path w="75" h="121" extrusionOk="0">
                  <a:moveTo>
                    <a:pt x="0" y="17"/>
                  </a:moveTo>
                  <a:cubicBezTo>
                    <a:pt x="0" y="104"/>
                    <a:pt x="0" y="104"/>
                    <a:pt x="0" y="104"/>
                  </a:cubicBezTo>
                  <a:cubicBezTo>
                    <a:pt x="0" y="113"/>
                    <a:pt x="7" y="121"/>
                    <a:pt x="17" y="121"/>
                  </a:cubicBezTo>
                  <a:cubicBezTo>
                    <a:pt x="58" y="121"/>
                    <a:pt x="58" y="121"/>
                    <a:pt x="58" y="121"/>
                  </a:cubicBezTo>
                  <a:cubicBezTo>
                    <a:pt x="68" y="121"/>
                    <a:pt x="75" y="113"/>
                    <a:pt x="75" y="104"/>
                  </a:cubicBezTo>
                  <a:cubicBezTo>
                    <a:pt x="75" y="17"/>
                    <a:pt x="75" y="17"/>
                    <a:pt x="75" y="17"/>
                  </a:cubicBezTo>
                  <a:cubicBezTo>
                    <a:pt x="75" y="8"/>
                    <a:pt x="68" y="0"/>
                    <a:pt x="58" y="0"/>
                  </a:cubicBezTo>
                  <a:cubicBezTo>
                    <a:pt x="17" y="0"/>
                    <a:pt x="17" y="0"/>
                    <a:pt x="17" y="0"/>
                  </a:cubicBezTo>
                  <a:cubicBezTo>
                    <a:pt x="7" y="0"/>
                    <a:pt x="0" y="8"/>
                    <a:pt x="0" y="1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3" name="Google Shape;1093;p18"/>
            <p:cNvSpPr/>
            <p:nvPr/>
          </p:nvSpPr>
          <p:spPr>
            <a:xfrm>
              <a:off x="3156569" y="3941230"/>
              <a:ext cx="211617" cy="140738"/>
            </a:xfrm>
            <a:custGeom>
              <a:avLst/>
              <a:gdLst/>
              <a:ahLst/>
              <a:cxnLst/>
              <a:rect l="l" t="t" r="r" b="b"/>
              <a:pathLst>
                <a:path w="182" h="121" extrusionOk="0">
                  <a:moveTo>
                    <a:pt x="164" y="0"/>
                  </a:moveTo>
                  <a:cubicBezTo>
                    <a:pt x="17" y="0"/>
                    <a:pt x="17" y="0"/>
                    <a:pt x="17" y="0"/>
                  </a:cubicBezTo>
                  <a:cubicBezTo>
                    <a:pt x="8" y="0"/>
                    <a:pt x="0" y="8"/>
                    <a:pt x="0" y="17"/>
                  </a:cubicBezTo>
                  <a:cubicBezTo>
                    <a:pt x="0" y="104"/>
                    <a:pt x="0" y="104"/>
                    <a:pt x="0" y="104"/>
                  </a:cubicBezTo>
                  <a:cubicBezTo>
                    <a:pt x="0" y="113"/>
                    <a:pt x="8" y="121"/>
                    <a:pt x="17" y="121"/>
                  </a:cubicBezTo>
                  <a:cubicBezTo>
                    <a:pt x="164" y="121"/>
                    <a:pt x="164" y="121"/>
                    <a:pt x="164" y="121"/>
                  </a:cubicBezTo>
                  <a:cubicBezTo>
                    <a:pt x="174" y="121"/>
                    <a:pt x="182" y="113"/>
                    <a:pt x="182" y="104"/>
                  </a:cubicBezTo>
                  <a:cubicBezTo>
                    <a:pt x="182" y="17"/>
                    <a:pt x="182" y="17"/>
                    <a:pt x="182" y="17"/>
                  </a:cubicBezTo>
                  <a:cubicBezTo>
                    <a:pt x="182" y="8"/>
                    <a:pt x="174" y="0"/>
                    <a:pt x="16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4" name="Google Shape;1094;p18"/>
            <p:cNvSpPr/>
            <p:nvPr/>
          </p:nvSpPr>
          <p:spPr>
            <a:xfrm>
              <a:off x="3438050" y="3941230"/>
              <a:ext cx="89102" cy="140738"/>
            </a:xfrm>
            <a:custGeom>
              <a:avLst/>
              <a:gdLst/>
              <a:ahLst/>
              <a:cxnLst/>
              <a:rect l="l" t="t" r="r" b="b"/>
              <a:pathLst>
                <a:path w="76" h="121" extrusionOk="0">
                  <a:moveTo>
                    <a:pt x="59" y="0"/>
                  </a:moveTo>
                  <a:cubicBezTo>
                    <a:pt x="18" y="0"/>
                    <a:pt x="18" y="0"/>
                    <a:pt x="18" y="0"/>
                  </a:cubicBezTo>
                  <a:cubicBezTo>
                    <a:pt x="8" y="0"/>
                    <a:pt x="0" y="8"/>
                    <a:pt x="0" y="17"/>
                  </a:cubicBezTo>
                  <a:cubicBezTo>
                    <a:pt x="0" y="104"/>
                    <a:pt x="0" y="104"/>
                    <a:pt x="0" y="104"/>
                  </a:cubicBezTo>
                  <a:cubicBezTo>
                    <a:pt x="0" y="113"/>
                    <a:pt x="8" y="121"/>
                    <a:pt x="18" y="121"/>
                  </a:cubicBezTo>
                  <a:cubicBezTo>
                    <a:pt x="59" y="121"/>
                    <a:pt x="59" y="121"/>
                    <a:pt x="59" y="121"/>
                  </a:cubicBezTo>
                  <a:cubicBezTo>
                    <a:pt x="68" y="121"/>
                    <a:pt x="76" y="113"/>
                    <a:pt x="76" y="104"/>
                  </a:cubicBezTo>
                  <a:cubicBezTo>
                    <a:pt x="76" y="17"/>
                    <a:pt x="76" y="17"/>
                    <a:pt x="76" y="17"/>
                  </a:cubicBezTo>
                  <a:cubicBezTo>
                    <a:pt x="76" y="8"/>
                    <a:pt x="68" y="0"/>
                    <a:pt x="59"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5" name="Google Shape;1095;p18"/>
            <p:cNvSpPr/>
            <p:nvPr/>
          </p:nvSpPr>
          <p:spPr>
            <a:xfrm>
              <a:off x="3563603" y="3941230"/>
              <a:ext cx="87077" cy="140738"/>
            </a:xfrm>
            <a:custGeom>
              <a:avLst/>
              <a:gdLst/>
              <a:ahLst/>
              <a:cxnLst/>
              <a:rect l="l" t="t" r="r" b="b"/>
              <a:pathLst>
                <a:path w="75" h="121" extrusionOk="0">
                  <a:moveTo>
                    <a:pt x="0" y="17"/>
                  </a:moveTo>
                  <a:cubicBezTo>
                    <a:pt x="0" y="104"/>
                    <a:pt x="0" y="104"/>
                    <a:pt x="0" y="104"/>
                  </a:cubicBezTo>
                  <a:cubicBezTo>
                    <a:pt x="0" y="113"/>
                    <a:pt x="7" y="121"/>
                    <a:pt x="17" y="121"/>
                  </a:cubicBezTo>
                  <a:cubicBezTo>
                    <a:pt x="58" y="121"/>
                    <a:pt x="58" y="121"/>
                    <a:pt x="58" y="121"/>
                  </a:cubicBezTo>
                  <a:cubicBezTo>
                    <a:pt x="68" y="121"/>
                    <a:pt x="75" y="113"/>
                    <a:pt x="75" y="104"/>
                  </a:cubicBezTo>
                  <a:cubicBezTo>
                    <a:pt x="75" y="17"/>
                    <a:pt x="75" y="17"/>
                    <a:pt x="75" y="17"/>
                  </a:cubicBezTo>
                  <a:cubicBezTo>
                    <a:pt x="75" y="8"/>
                    <a:pt x="68" y="0"/>
                    <a:pt x="58" y="0"/>
                  </a:cubicBezTo>
                  <a:cubicBezTo>
                    <a:pt x="17" y="0"/>
                    <a:pt x="17" y="0"/>
                    <a:pt x="17" y="0"/>
                  </a:cubicBezTo>
                  <a:cubicBezTo>
                    <a:pt x="7" y="0"/>
                    <a:pt x="0" y="8"/>
                    <a:pt x="0" y="1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6" name="Google Shape;1096;p18"/>
            <p:cNvSpPr/>
            <p:nvPr/>
          </p:nvSpPr>
          <p:spPr>
            <a:xfrm>
              <a:off x="2129873" y="3941230"/>
              <a:ext cx="106315" cy="140738"/>
            </a:xfrm>
            <a:custGeom>
              <a:avLst/>
              <a:gdLst/>
              <a:ahLst/>
              <a:cxnLst/>
              <a:rect l="l" t="t" r="r" b="b"/>
              <a:pathLst>
                <a:path w="91" h="121" extrusionOk="0">
                  <a:moveTo>
                    <a:pt x="73" y="0"/>
                  </a:moveTo>
                  <a:cubicBezTo>
                    <a:pt x="17" y="0"/>
                    <a:pt x="17" y="0"/>
                    <a:pt x="17" y="0"/>
                  </a:cubicBezTo>
                  <a:cubicBezTo>
                    <a:pt x="8" y="0"/>
                    <a:pt x="0" y="8"/>
                    <a:pt x="0" y="17"/>
                  </a:cubicBezTo>
                  <a:cubicBezTo>
                    <a:pt x="0" y="104"/>
                    <a:pt x="0" y="104"/>
                    <a:pt x="0" y="104"/>
                  </a:cubicBezTo>
                  <a:cubicBezTo>
                    <a:pt x="0" y="113"/>
                    <a:pt x="8" y="121"/>
                    <a:pt x="17" y="121"/>
                  </a:cubicBezTo>
                  <a:cubicBezTo>
                    <a:pt x="73" y="121"/>
                    <a:pt x="73" y="121"/>
                    <a:pt x="73" y="121"/>
                  </a:cubicBezTo>
                  <a:cubicBezTo>
                    <a:pt x="83" y="121"/>
                    <a:pt x="91" y="113"/>
                    <a:pt x="91" y="104"/>
                  </a:cubicBezTo>
                  <a:cubicBezTo>
                    <a:pt x="91" y="17"/>
                    <a:pt x="91" y="17"/>
                    <a:pt x="91" y="17"/>
                  </a:cubicBezTo>
                  <a:cubicBezTo>
                    <a:pt x="91" y="8"/>
                    <a:pt x="83" y="0"/>
                    <a:pt x="7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7" name="Google Shape;1097;p18"/>
            <p:cNvSpPr/>
            <p:nvPr/>
          </p:nvSpPr>
          <p:spPr>
            <a:xfrm>
              <a:off x="3722568" y="3941230"/>
              <a:ext cx="105302" cy="140738"/>
            </a:xfrm>
            <a:custGeom>
              <a:avLst/>
              <a:gdLst/>
              <a:ahLst/>
              <a:cxnLst/>
              <a:rect l="l" t="t" r="r" b="b"/>
              <a:pathLst>
                <a:path w="91" h="121" extrusionOk="0">
                  <a:moveTo>
                    <a:pt x="73" y="0"/>
                  </a:moveTo>
                  <a:cubicBezTo>
                    <a:pt x="17" y="0"/>
                    <a:pt x="17" y="0"/>
                    <a:pt x="17" y="0"/>
                  </a:cubicBezTo>
                  <a:cubicBezTo>
                    <a:pt x="8" y="0"/>
                    <a:pt x="0" y="8"/>
                    <a:pt x="0" y="17"/>
                  </a:cubicBezTo>
                  <a:cubicBezTo>
                    <a:pt x="0" y="104"/>
                    <a:pt x="0" y="104"/>
                    <a:pt x="0" y="104"/>
                  </a:cubicBezTo>
                  <a:cubicBezTo>
                    <a:pt x="0" y="113"/>
                    <a:pt x="8" y="121"/>
                    <a:pt x="17" y="121"/>
                  </a:cubicBezTo>
                  <a:cubicBezTo>
                    <a:pt x="73" y="121"/>
                    <a:pt x="73" y="121"/>
                    <a:pt x="73" y="121"/>
                  </a:cubicBezTo>
                  <a:cubicBezTo>
                    <a:pt x="83" y="121"/>
                    <a:pt x="91" y="113"/>
                    <a:pt x="91" y="104"/>
                  </a:cubicBezTo>
                  <a:cubicBezTo>
                    <a:pt x="91" y="17"/>
                    <a:pt x="91" y="17"/>
                    <a:pt x="91" y="17"/>
                  </a:cubicBezTo>
                  <a:cubicBezTo>
                    <a:pt x="91" y="8"/>
                    <a:pt x="83" y="0"/>
                    <a:pt x="7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8" name="Google Shape;1098;p18"/>
            <p:cNvSpPr/>
            <p:nvPr/>
          </p:nvSpPr>
          <p:spPr>
            <a:xfrm>
              <a:off x="2264538" y="3863267"/>
              <a:ext cx="297681" cy="431329"/>
            </a:xfrm>
            <a:custGeom>
              <a:avLst/>
              <a:gdLst/>
              <a:ahLst/>
              <a:cxnLst/>
              <a:rect l="l" t="t" r="r" b="b"/>
              <a:pathLst>
                <a:path w="255" h="370" extrusionOk="0">
                  <a:moveTo>
                    <a:pt x="12" y="218"/>
                  </a:moveTo>
                  <a:cubicBezTo>
                    <a:pt x="0" y="218"/>
                    <a:pt x="0" y="218"/>
                    <a:pt x="0" y="218"/>
                  </a:cubicBezTo>
                  <a:cubicBezTo>
                    <a:pt x="0" y="370"/>
                    <a:pt x="0" y="370"/>
                    <a:pt x="0" y="370"/>
                  </a:cubicBezTo>
                  <a:cubicBezTo>
                    <a:pt x="12" y="370"/>
                    <a:pt x="12" y="370"/>
                    <a:pt x="12" y="370"/>
                  </a:cubicBezTo>
                  <a:cubicBezTo>
                    <a:pt x="12" y="218"/>
                    <a:pt x="12" y="218"/>
                    <a:pt x="12" y="218"/>
                  </a:cubicBezTo>
                  <a:moveTo>
                    <a:pt x="255" y="218"/>
                  </a:moveTo>
                  <a:cubicBezTo>
                    <a:pt x="243" y="218"/>
                    <a:pt x="243" y="218"/>
                    <a:pt x="243" y="218"/>
                  </a:cubicBezTo>
                  <a:cubicBezTo>
                    <a:pt x="243" y="370"/>
                    <a:pt x="243" y="370"/>
                    <a:pt x="243" y="370"/>
                  </a:cubicBezTo>
                  <a:cubicBezTo>
                    <a:pt x="255" y="370"/>
                    <a:pt x="255" y="370"/>
                    <a:pt x="255" y="370"/>
                  </a:cubicBezTo>
                  <a:cubicBezTo>
                    <a:pt x="255" y="218"/>
                    <a:pt x="255" y="218"/>
                    <a:pt x="255" y="218"/>
                  </a:cubicBezTo>
                  <a:moveTo>
                    <a:pt x="214" y="0"/>
                  </a:moveTo>
                  <a:cubicBezTo>
                    <a:pt x="41" y="0"/>
                    <a:pt x="41" y="0"/>
                    <a:pt x="41" y="0"/>
                  </a:cubicBezTo>
                  <a:cubicBezTo>
                    <a:pt x="20" y="0"/>
                    <a:pt x="3" y="16"/>
                    <a:pt x="0" y="37"/>
                  </a:cubicBezTo>
                  <a:cubicBezTo>
                    <a:pt x="13" y="37"/>
                    <a:pt x="13" y="37"/>
                    <a:pt x="13" y="37"/>
                  </a:cubicBezTo>
                  <a:cubicBezTo>
                    <a:pt x="15" y="23"/>
                    <a:pt x="27" y="12"/>
                    <a:pt x="41" y="12"/>
                  </a:cubicBezTo>
                  <a:cubicBezTo>
                    <a:pt x="121" y="12"/>
                    <a:pt x="121" y="12"/>
                    <a:pt x="121" y="12"/>
                  </a:cubicBezTo>
                  <a:cubicBezTo>
                    <a:pt x="121" y="6"/>
                    <a:pt x="121" y="6"/>
                    <a:pt x="121" y="6"/>
                  </a:cubicBezTo>
                  <a:cubicBezTo>
                    <a:pt x="133" y="6"/>
                    <a:pt x="133" y="6"/>
                    <a:pt x="133" y="6"/>
                  </a:cubicBezTo>
                  <a:cubicBezTo>
                    <a:pt x="133" y="12"/>
                    <a:pt x="133" y="12"/>
                    <a:pt x="133" y="12"/>
                  </a:cubicBezTo>
                  <a:cubicBezTo>
                    <a:pt x="214" y="12"/>
                    <a:pt x="214" y="12"/>
                    <a:pt x="214" y="12"/>
                  </a:cubicBezTo>
                  <a:cubicBezTo>
                    <a:pt x="228" y="12"/>
                    <a:pt x="240" y="23"/>
                    <a:pt x="242" y="37"/>
                  </a:cubicBezTo>
                  <a:cubicBezTo>
                    <a:pt x="254" y="37"/>
                    <a:pt x="254" y="37"/>
                    <a:pt x="254" y="37"/>
                  </a:cubicBezTo>
                  <a:cubicBezTo>
                    <a:pt x="252" y="16"/>
                    <a:pt x="235" y="0"/>
                    <a:pt x="214"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9" name="Google Shape;1099;p18"/>
            <p:cNvSpPr/>
            <p:nvPr/>
          </p:nvSpPr>
          <p:spPr>
            <a:xfrm>
              <a:off x="2264538" y="4294596"/>
              <a:ext cx="297682" cy="78976"/>
            </a:xfrm>
            <a:custGeom>
              <a:avLst/>
              <a:gdLst/>
              <a:ahLst/>
              <a:cxnLst/>
              <a:rect l="l" t="t" r="r" b="b"/>
              <a:pathLst>
                <a:path w="294" h="78" extrusionOk="0">
                  <a:moveTo>
                    <a:pt x="294" y="0"/>
                  </a:moveTo>
                  <a:lnTo>
                    <a:pt x="280" y="0"/>
                  </a:lnTo>
                  <a:lnTo>
                    <a:pt x="280" y="64"/>
                  </a:lnTo>
                  <a:lnTo>
                    <a:pt x="153" y="64"/>
                  </a:lnTo>
                  <a:lnTo>
                    <a:pt x="153" y="71"/>
                  </a:lnTo>
                  <a:lnTo>
                    <a:pt x="139" y="71"/>
                  </a:lnTo>
                  <a:lnTo>
                    <a:pt x="139" y="64"/>
                  </a:lnTo>
                  <a:lnTo>
                    <a:pt x="14" y="64"/>
                  </a:lnTo>
                  <a:lnTo>
                    <a:pt x="14" y="0"/>
                  </a:lnTo>
                  <a:lnTo>
                    <a:pt x="0" y="0"/>
                  </a:lnTo>
                  <a:lnTo>
                    <a:pt x="0" y="78"/>
                  </a:lnTo>
                  <a:lnTo>
                    <a:pt x="294" y="78"/>
                  </a:lnTo>
                  <a:lnTo>
                    <a:pt x="29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0" name="Google Shape;1100;p18"/>
            <p:cNvSpPr/>
            <p:nvPr/>
          </p:nvSpPr>
          <p:spPr>
            <a:xfrm>
              <a:off x="2405278" y="4117407"/>
              <a:ext cx="14100" cy="177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1" name="Google Shape;1101;p18"/>
            <p:cNvSpPr/>
            <p:nvPr/>
          </p:nvSpPr>
          <p:spPr>
            <a:xfrm>
              <a:off x="2405278" y="4117407"/>
              <a:ext cx="14100" cy="177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2" name="Google Shape;1102;p18"/>
            <p:cNvSpPr/>
            <p:nvPr/>
          </p:nvSpPr>
          <p:spPr>
            <a:xfrm>
              <a:off x="2405278" y="4294596"/>
              <a:ext cx="14175" cy="71888"/>
            </a:xfrm>
            <a:custGeom>
              <a:avLst/>
              <a:gdLst/>
              <a:ahLst/>
              <a:cxnLst/>
              <a:rect l="l" t="t" r="r" b="b"/>
              <a:pathLst>
                <a:path w="14" h="71" extrusionOk="0">
                  <a:moveTo>
                    <a:pt x="14" y="0"/>
                  </a:moveTo>
                  <a:lnTo>
                    <a:pt x="0" y="0"/>
                  </a:lnTo>
                  <a:lnTo>
                    <a:pt x="0" y="64"/>
                  </a:lnTo>
                  <a:lnTo>
                    <a:pt x="0" y="71"/>
                  </a:lnTo>
                  <a:lnTo>
                    <a:pt x="14" y="71"/>
                  </a:lnTo>
                  <a:lnTo>
                    <a:pt x="14" y="64"/>
                  </a:lnTo>
                  <a:lnTo>
                    <a:pt x="1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3" name="Google Shape;1103;p18"/>
            <p:cNvSpPr/>
            <p:nvPr/>
          </p:nvSpPr>
          <p:spPr>
            <a:xfrm>
              <a:off x="2405278" y="3870355"/>
              <a:ext cx="14175" cy="35438"/>
            </a:xfrm>
            <a:custGeom>
              <a:avLst/>
              <a:gdLst/>
              <a:ahLst/>
              <a:cxnLst/>
              <a:rect l="l" t="t" r="r" b="b"/>
              <a:pathLst>
                <a:path w="14" h="35" extrusionOk="0">
                  <a:moveTo>
                    <a:pt x="14" y="0"/>
                  </a:moveTo>
                  <a:lnTo>
                    <a:pt x="0" y="0"/>
                  </a:lnTo>
                  <a:lnTo>
                    <a:pt x="0" y="7"/>
                  </a:lnTo>
                  <a:lnTo>
                    <a:pt x="0" y="35"/>
                  </a:lnTo>
                  <a:lnTo>
                    <a:pt x="14" y="35"/>
                  </a:lnTo>
                  <a:lnTo>
                    <a:pt x="14" y="7"/>
                  </a:lnTo>
                  <a:lnTo>
                    <a:pt x="1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4" name="Google Shape;1104;p18"/>
            <p:cNvSpPr/>
            <p:nvPr/>
          </p:nvSpPr>
          <p:spPr>
            <a:xfrm>
              <a:off x="2405278" y="3870355"/>
              <a:ext cx="14175" cy="35438"/>
            </a:xfrm>
            <a:custGeom>
              <a:avLst/>
              <a:gdLst/>
              <a:ahLst/>
              <a:cxnLst/>
              <a:rect l="l" t="t" r="r" b="b"/>
              <a:pathLst>
                <a:path w="14" h="35" extrusionOk="0">
                  <a:moveTo>
                    <a:pt x="14" y="0"/>
                  </a:moveTo>
                  <a:lnTo>
                    <a:pt x="0" y="0"/>
                  </a:lnTo>
                  <a:lnTo>
                    <a:pt x="0" y="7"/>
                  </a:lnTo>
                  <a:lnTo>
                    <a:pt x="0" y="35"/>
                  </a:lnTo>
                  <a:lnTo>
                    <a:pt x="14" y="35"/>
                  </a:lnTo>
                  <a:lnTo>
                    <a:pt x="14" y="7"/>
                  </a:lnTo>
                  <a:lnTo>
                    <a:pt x="14"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5" name="Google Shape;1105;p18"/>
            <p:cNvSpPr/>
            <p:nvPr/>
          </p:nvSpPr>
          <p:spPr>
            <a:xfrm>
              <a:off x="2830537" y="3863267"/>
              <a:ext cx="297681" cy="431329"/>
            </a:xfrm>
            <a:custGeom>
              <a:avLst/>
              <a:gdLst/>
              <a:ahLst/>
              <a:cxnLst/>
              <a:rect l="l" t="t" r="r" b="b"/>
              <a:pathLst>
                <a:path w="255" h="370" extrusionOk="0">
                  <a:moveTo>
                    <a:pt x="12" y="218"/>
                  </a:moveTo>
                  <a:cubicBezTo>
                    <a:pt x="0" y="218"/>
                    <a:pt x="0" y="218"/>
                    <a:pt x="0" y="218"/>
                  </a:cubicBezTo>
                  <a:cubicBezTo>
                    <a:pt x="0" y="370"/>
                    <a:pt x="0" y="370"/>
                    <a:pt x="0" y="370"/>
                  </a:cubicBezTo>
                  <a:cubicBezTo>
                    <a:pt x="12" y="370"/>
                    <a:pt x="12" y="370"/>
                    <a:pt x="12" y="370"/>
                  </a:cubicBezTo>
                  <a:cubicBezTo>
                    <a:pt x="12" y="218"/>
                    <a:pt x="12" y="218"/>
                    <a:pt x="12" y="218"/>
                  </a:cubicBezTo>
                  <a:moveTo>
                    <a:pt x="255" y="218"/>
                  </a:moveTo>
                  <a:cubicBezTo>
                    <a:pt x="243" y="218"/>
                    <a:pt x="243" y="218"/>
                    <a:pt x="243" y="218"/>
                  </a:cubicBezTo>
                  <a:cubicBezTo>
                    <a:pt x="243" y="370"/>
                    <a:pt x="243" y="370"/>
                    <a:pt x="243" y="370"/>
                  </a:cubicBezTo>
                  <a:cubicBezTo>
                    <a:pt x="255" y="370"/>
                    <a:pt x="255" y="370"/>
                    <a:pt x="255" y="370"/>
                  </a:cubicBezTo>
                  <a:cubicBezTo>
                    <a:pt x="255" y="218"/>
                    <a:pt x="255" y="218"/>
                    <a:pt x="255" y="218"/>
                  </a:cubicBezTo>
                  <a:moveTo>
                    <a:pt x="214" y="0"/>
                  </a:moveTo>
                  <a:cubicBezTo>
                    <a:pt x="41" y="0"/>
                    <a:pt x="41" y="0"/>
                    <a:pt x="41" y="0"/>
                  </a:cubicBezTo>
                  <a:cubicBezTo>
                    <a:pt x="20" y="0"/>
                    <a:pt x="3" y="16"/>
                    <a:pt x="0" y="37"/>
                  </a:cubicBezTo>
                  <a:cubicBezTo>
                    <a:pt x="13" y="37"/>
                    <a:pt x="13" y="37"/>
                    <a:pt x="13" y="37"/>
                  </a:cubicBezTo>
                  <a:cubicBezTo>
                    <a:pt x="15" y="23"/>
                    <a:pt x="27" y="12"/>
                    <a:pt x="41" y="12"/>
                  </a:cubicBezTo>
                  <a:cubicBezTo>
                    <a:pt x="121" y="12"/>
                    <a:pt x="121" y="12"/>
                    <a:pt x="121" y="12"/>
                  </a:cubicBezTo>
                  <a:cubicBezTo>
                    <a:pt x="121" y="6"/>
                    <a:pt x="121" y="6"/>
                    <a:pt x="121" y="6"/>
                  </a:cubicBezTo>
                  <a:cubicBezTo>
                    <a:pt x="133" y="6"/>
                    <a:pt x="133" y="6"/>
                    <a:pt x="133" y="6"/>
                  </a:cubicBezTo>
                  <a:cubicBezTo>
                    <a:pt x="133" y="12"/>
                    <a:pt x="133" y="12"/>
                    <a:pt x="133" y="12"/>
                  </a:cubicBezTo>
                  <a:cubicBezTo>
                    <a:pt x="214" y="12"/>
                    <a:pt x="214" y="12"/>
                    <a:pt x="214" y="12"/>
                  </a:cubicBezTo>
                  <a:cubicBezTo>
                    <a:pt x="228" y="12"/>
                    <a:pt x="240" y="23"/>
                    <a:pt x="242" y="37"/>
                  </a:cubicBezTo>
                  <a:cubicBezTo>
                    <a:pt x="254" y="37"/>
                    <a:pt x="254" y="37"/>
                    <a:pt x="254" y="37"/>
                  </a:cubicBezTo>
                  <a:cubicBezTo>
                    <a:pt x="252" y="16"/>
                    <a:pt x="235" y="0"/>
                    <a:pt x="214"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6" name="Google Shape;1106;p18"/>
            <p:cNvSpPr/>
            <p:nvPr/>
          </p:nvSpPr>
          <p:spPr>
            <a:xfrm>
              <a:off x="2830537" y="4294596"/>
              <a:ext cx="297682" cy="78976"/>
            </a:xfrm>
            <a:custGeom>
              <a:avLst/>
              <a:gdLst/>
              <a:ahLst/>
              <a:cxnLst/>
              <a:rect l="l" t="t" r="r" b="b"/>
              <a:pathLst>
                <a:path w="294" h="78" extrusionOk="0">
                  <a:moveTo>
                    <a:pt x="294" y="0"/>
                  </a:moveTo>
                  <a:lnTo>
                    <a:pt x="280" y="0"/>
                  </a:lnTo>
                  <a:lnTo>
                    <a:pt x="280" y="64"/>
                  </a:lnTo>
                  <a:lnTo>
                    <a:pt x="153" y="64"/>
                  </a:lnTo>
                  <a:lnTo>
                    <a:pt x="153" y="71"/>
                  </a:lnTo>
                  <a:lnTo>
                    <a:pt x="139" y="71"/>
                  </a:lnTo>
                  <a:lnTo>
                    <a:pt x="139" y="64"/>
                  </a:lnTo>
                  <a:lnTo>
                    <a:pt x="14" y="64"/>
                  </a:lnTo>
                  <a:lnTo>
                    <a:pt x="14" y="0"/>
                  </a:lnTo>
                  <a:lnTo>
                    <a:pt x="0" y="0"/>
                  </a:lnTo>
                  <a:lnTo>
                    <a:pt x="0" y="78"/>
                  </a:lnTo>
                  <a:lnTo>
                    <a:pt x="294" y="78"/>
                  </a:lnTo>
                  <a:lnTo>
                    <a:pt x="29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7" name="Google Shape;1107;p18"/>
            <p:cNvSpPr/>
            <p:nvPr/>
          </p:nvSpPr>
          <p:spPr>
            <a:xfrm>
              <a:off x="2971278" y="3870355"/>
              <a:ext cx="14175" cy="424242"/>
            </a:xfrm>
            <a:custGeom>
              <a:avLst/>
              <a:gdLst/>
              <a:ahLst/>
              <a:cxnLst/>
              <a:rect l="l" t="t" r="r" b="b"/>
              <a:pathLst>
                <a:path w="14" h="419" extrusionOk="0">
                  <a:moveTo>
                    <a:pt x="14" y="244"/>
                  </a:moveTo>
                  <a:lnTo>
                    <a:pt x="0" y="244"/>
                  </a:lnTo>
                  <a:lnTo>
                    <a:pt x="0" y="419"/>
                  </a:lnTo>
                  <a:lnTo>
                    <a:pt x="14" y="419"/>
                  </a:lnTo>
                  <a:lnTo>
                    <a:pt x="14" y="244"/>
                  </a:lnTo>
                  <a:close/>
                  <a:moveTo>
                    <a:pt x="14" y="0"/>
                  </a:moveTo>
                  <a:lnTo>
                    <a:pt x="0" y="0"/>
                  </a:lnTo>
                  <a:lnTo>
                    <a:pt x="0" y="7"/>
                  </a:lnTo>
                  <a:lnTo>
                    <a:pt x="0" y="35"/>
                  </a:lnTo>
                  <a:lnTo>
                    <a:pt x="14" y="35"/>
                  </a:lnTo>
                  <a:lnTo>
                    <a:pt x="14" y="7"/>
                  </a:lnTo>
                  <a:lnTo>
                    <a:pt x="1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8" name="Google Shape;1108;p18"/>
            <p:cNvSpPr/>
            <p:nvPr/>
          </p:nvSpPr>
          <p:spPr>
            <a:xfrm>
              <a:off x="2971278" y="3870355"/>
              <a:ext cx="14175" cy="424242"/>
            </a:xfrm>
            <a:custGeom>
              <a:avLst/>
              <a:gdLst/>
              <a:ahLst/>
              <a:cxnLst/>
              <a:rect l="l" t="t" r="r" b="b"/>
              <a:pathLst>
                <a:path w="14" h="419" extrusionOk="0">
                  <a:moveTo>
                    <a:pt x="14" y="244"/>
                  </a:moveTo>
                  <a:lnTo>
                    <a:pt x="0" y="244"/>
                  </a:lnTo>
                  <a:lnTo>
                    <a:pt x="0" y="419"/>
                  </a:lnTo>
                  <a:lnTo>
                    <a:pt x="14" y="419"/>
                  </a:lnTo>
                  <a:lnTo>
                    <a:pt x="14" y="244"/>
                  </a:lnTo>
                  <a:moveTo>
                    <a:pt x="14" y="0"/>
                  </a:moveTo>
                  <a:lnTo>
                    <a:pt x="0" y="0"/>
                  </a:lnTo>
                  <a:lnTo>
                    <a:pt x="0" y="7"/>
                  </a:lnTo>
                  <a:lnTo>
                    <a:pt x="0" y="35"/>
                  </a:lnTo>
                  <a:lnTo>
                    <a:pt x="14" y="35"/>
                  </a:lnTo>
                  <a:lnTo>
                    <a:pt x="14" y="7"/>
                  </a:lnTo>
                  <a:lnTo>
                    <a:pt x="14"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9" name="Google Shape;1109;p18"/>
            <p:cNvSpPr/>
            <p:nvPr/>
          </p:nvSpPr>
          <p:spPr>
            <a:xfrm>
              <a:off x="2971278" y="4294596"/>
              <a:ext cx="14175" cy="71888"/>
            </a:xfrm>
            <a:custGeom>
              <a:avLst/>
              <a:gdLst/>
              <a:ahLst/>
              <a:cxnLst/>
              <a:rect l="l" t="t" r="r" b="b"/>
              <a:pathLst>
                <a:path w="14" h="71" extrusionOk="0">
                  <a:moveTo>
                    <a:pt x="14" y="0"/>
                  </a:moveTo>
                  <a:lnTo>
                    <a:pt x="0" y="0"/>
                  </a:lnTo>
                  <a:lnTo>
                    <a:pt x="0" y="64"/>
                  </a:lnTo>
                  <a:lnTo>
                    <a:pt x="0" y="71"/>
                  </a:lnTo>
                  <a:lnTo>
                    <a:pt x="14" y="71"/>
                  </a:lnTo>
                  <a:lnTo>
                    <a:pt x="14" y="64"/>
                  </a:lnTo>
                  <a:lnTo>
                    <a:pt x="1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0" name="Google Shape;1110;p18"/>
            <p:cNvSpPr/>
            <p:nvPr/>
          </p:nvSpPr>
          <p:spPr>
            <a:xfrm>
              <a:off x="3396537" y="3863267"/>
              <a:ext cx="297681" cy="431329"/>
            </a:xfrm>
            <a:custGeom>
              <a:avLst/>
              <a:gdLst/>
              <a:ahLst/>
              <a:cxnLst/>
              <a:rect l="l" t="t" r="r" b="b"/>
              <a:pathLst>
                <a:path w="255" h="370" extrusionOk="0">
                  <a:moveTo>
                    <a:pt x="12" y="218"/>
                  </a:moveTo>
                  <a:cubicBezTo>
                    <a:pt x="0" y="218"/>
                    <a:pt x="0" y="218"/>
                    <a:pt x="0" y="218"/>
                  </a:cubicBezTo>
                  <a:cubicBezTo>
                    <a:pt x="0" y="370"/>
                    <a:pt x="0" y="370"/>
                    <a:pt x="0" y="370"/>
                  </a:cubicBezTo>
                  <a:cubicBezTo>
                    <a:pt x="12" y="370"/>
                    <a:pt x="12" y="370"/>
                    <a:pt x="12" y="370"/>
                  </a:cubicBezTo>
                  <a:cubicBezTo>
                    <a:pt x="12" y="218"/>
                    <a:pt x="12" y="218"/>
                    <a:pt x="12" y="218"/>
                  </a:cubicBezTo>
                  <a:moveTo>
                    <a:pt x="255" y="218"/>
                  </a:moveTo>
                  <a:cubicBezTo>
                    <a:pt x="243" y="218"/>
                    <a:pt x="243" y="218"/>
                    <a:pt x="243" y="218"/>
                  </a:cubicBezTo>
                  <a:cubicBezTo>
                    <a:pt x="243" y="370"/>
                    <a:pt x="243" y="370"/>
                    <a:pt x="243" y="370"/>
                  </a:cubicBezTo>
                  <a:cubicBezTo>
                    <a:pt x="255" y="370"/>
                    <a:pt x="255" y="370"/>
                    <a:pt x="255" y="370"/>
                  </a:cubicBezTo>
                  <a:cubicBezTo>
                    <a:pt x="255" y="218"/>
                    <a:pt x="255" y="218"/>
                    <a:pt x="255" y="218"/>
                  </a:cubicBezTo>
                  <a:moveTo>
                    <a:pt x="214" y="0"/>
                  </a:moveTo>
                  <a:cubicBezTo>
                    <a:pt x="41" y="0"/>
                    <a:pt x="41" y="0"/>
                    <a:pt x="41" y="0"/>
                  </a:cubicBezTo>
                  <a:cubicBezTo>
                    <a:pt x="20" y="0"/>
                    <a:pt x="3" y="16"/>
                    <a:pt x="0" y="37"/>
                  </a:cubicBezTo>
                  <a:cubicBezTo>
                    <a:pt x="13" y="37"/>
                    <a:pt x="13" y="37"/>
                    <a:pt x="13" y="37"/>
                  </a:cubicBezTo>
                  <a:cubicBezTo>
                    <a:pt x="15" y="23"/>
                    <a:pt x="27" y="12"/>
                    <a:pt x="41" y="12"/>
                  </a:cubicBezTo>
                  <a:cubicBezTo>
                    <a:pt x="121" y="12"/>
                    <a:pt x="121" y="12"/>
                    <a:pt x="121" y="12"/>
                  </a:cubicBezTo>
                  <a:cubicBezTo>
                    <a:pt x="121" y="6"/>
                    <a:pt x="121" y="6"/>
                    <a:pt x="121" y="6"/>
                  </a:cubicBezTo>
                  <a:cubicBezTo>
                    <a:pt x="133" y="6"/>
                    <a:pt x="133" y="6"/>
                    <a:pt x="133" y="6"/>
                  </a:cubicBezTo>
                  <a:cubicBezTo>
                    <a:pt x="133" y="12"/>
                    <a:pt x="133" y="12"/>
                    <a:pt x="133" y="12"/>
                  </a:cubicBezTo>
                  <a:cubicBezTo>
                    <a:pt x="214" y="12"/>
                    <a:pt x="214" y="12"/>
                    <a:pt x="214" y="12"/>
                  </a:cubicBezTo>
                  <a:cubicBezTo>
                    <a:pt x="228" y="12"/>
                    <a:pt x="240" y="23"/>
                    <a:pt x="242" y="37"/>
                  </a:cubicBezTo>
                  <a:cubicBezTo>
                    <a:pt x="254" y="37"/>
                    <a:pt x="254" y="37"/>
                    <a:pt x="254" y="37"/>
                  </a:cubicBezTo>
                  <a:cubicBezTo>
                    <a:pt x="252" y="16"/>
                    <a:pt x="235" y="0"/>
                    <a:pt x="214"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1" name="Google Shape;1111;p18"/>
            <p:cNvSpPr/>
            <p:nvPr/>
          </p:nvSpPr>
          <p:spPr>
            <a:xfrm>
              <a:off x="3396537" y="4294596"/>
              <a:ext cx="297682" cy="78976"/>
            </a:xfrm>
            <a:custGeom>
              <a:avLst/>
              <a:gdLst/>
              <a:ahLst/>
              <a:cxnLst/>
              <a:rect l="l" t="t" r="r" b="b"/>
              <a:pathLst>
                <a:path w="294" h="78" extrusionOk="0">
                  <a:moveTo>
                    <a:pt x="294" y="0"/>
                  </a:moveTo>
                  <a:lnTo>
                    <a:pt x="280" y="0"/>
                  </a:lnTo>
                  <a:lnTo>
                    <a:pt x="280" y="64"/>
                  </a:lnTo>
                  <a:lnTo>
                    <a:pt x="153" y="64"/>
                  </a:lnTo>
                  <a:lnTo>
                    <a:pt x="153" y="71"/>
                  </a:lnTo>
                  <a:lnTo>
                    <a:pt x="139" y="71"/>
                  </a:lnTo>
                  <a:lnTo>
                    <a:pt x="139" y="64"/>
                  </a:lnTo>
                  <a:lnTo>
                    <a:pt x="14" y="64"/>
                  </a:lnTo>
                  <a:lnTo>
                    <a:pt x="14" y="0"/>
                  </a:lnTo>
                  <a:lnTo>
                    <a:pt x="0" y="0"/>
                  </a:lnTo>
                  <a:lnTo>
                    <a:pt x="0" y="78"/>
                  </a:lnTo>
                  <a:lnTo>
                    <a:pt x="294" y="78"/>
                  </a:lnTo>
                  <a:lnTo>
                    <a:pt x="29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2" name="Google Shape;1112;p18"/>
            <p:cNvSpPr/>
            <p:nvPr/>
          </p:nvSpPr>
          <p:spPr>
            <a:xfrm>
              <a:off x="3537277" y="3870355"/>
              <a:ext cx="14175" cy="424242"/>
            </a:xfrm>
            <a:custGeom>
              <a:avLst/>
              <a:gdLst/>
              <a:ahLst/>
              <a:cxnLst/>
              <a:rect l="l" t="t" r="r" b="b"/>
              <a:pathLst>
                <a:path w="14" h="419" extrusionOk="0">
                  <a:moveTo>
                    <a:pt x="14" y="244"/>
                  </a:moveTo>
                  <a:lnTo>
                    <a:pt x="0" y="244"/>
                  </a:lnTo>
                  <a:lnTo>
                    <a:pt x="0" y="419"/>
                  </a:lnTo>
                  <a:lnTo>
                    <a:pt x="14" y="419"/>
                  </a:lnTo>
                  <a:lnTo>
                    <a:pt x="14" y="244"/>
                  </a:lnTo>
                  <a:close/>
                  <a:moveTo>
                    <a:pt x="14" y="0"/>
                  </a:moveTo>
                  <a:lnTo>
                    <a:pt x="0" y="0"/>
                  </a:lnTo>
                  <a:lnTo>
                    <a:pt x="0" y="7"/>
                  </a:lnTo>
                  <a:lnTo>
                    <a:pt x="0" y="35"/>
                  </a:lnTo>
                  <a:lnTo>
                    <a:pt x="14" y="35"/>
                  </a:lnTo>
                  <a:lnTo>
                    <a:pt x="14" y="7"/>
                  </a:lnTo>
                  <a:lnTo>
                    <a:pt x="1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3" name="Google Shape;1113;p18"/>
            <p:cNvSpPr/>
            <p:nvPr/>
          </p:nvSpPr>
          <p:spPr>
            <a:xfrm>
              <a:off x="3537277" y="3870355"/>
              <a:ext cx="14175" cy="424242"/>
            </a:xfrm>
            <a:custGeom>
              <a:avLst/>
              <a:gdLst/>
              <a:ahLst/>
              <a:cxnLst/>
              <a:rect l="l" t="t" r="r" b="b"/>
              <a:pathLst>
                <a:path w="14" h="419" extrusionOk="0">
                  <a:moveTo>
                    <a:pt x="14" y="244"/>
                  </a:moveTo>
                  <a:lnTo>
                    <a:pt x="0" y="244"/>
                  </a:lnTo>
                  <a:lnTo>
                    <a:pt x="0" y="419"/>
                  </a:lnTo>
                  <a:lnTo>
                    <a:pt x="14" y="419"/>
                  </a:lnTo>
                  <a:lnTo>
                    <a:pt x="14" y="244"/>
                  </a:lnTo>
                  <a:moveTo>
                    <a:pt x="14" y="0"/>
                  </a:moveTo>
                  <a:lnTo>
                    <a:pt x="0" y="0"/>
                  </a:lnTo>
                  <a:lnTo>
                    <a:pt x="0" y="7"/>
                  </a:lnTo>
                  <a:lnTo>
                    <a:pt x="0" y="35"/>
                  </a:lnTo>
                  <a:lnTo>
                    <a:pt x="14" y="35"/>
                  </a:lnTo>
                  <a:lnTo>
                    <a:pt x="14" y="7"/>
                  </a:lnTo>
                  <a:lnTo>
                    <a:pt x="14"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4" name="Google Shape;1114;p18"/>
            <p:cNvSpPr/>
            <p:nvPr/>
          </p:nvSpPr>
          <p:spPr>
            <a:xfrm>
              <a:off x="3537277" y="4294596"/>
              <a:ext cx="14175" cy="71888"/>
            </a:xfrm>
            <a:custGeom>
              <a:avLst/>
              <a:gdLst/>
              <a:ahLst/>
              <a:cxnLst/>
              <a:rect l="l" t="t" r="r" b="b"/>
              <a:pathLst>
                <a:path w="14" h="71" extrusionOk="0">
                  <a:moveTo>
                    <a:pt x="14" y="0"/>
                  </a:moveTo>
                  <a:lnTo>
                    <a:pt x="0" y="0"/>
                  </a:lnTo>
                  <a:lnTo>
                    <a:pt x="0" y="64"/>
                  </a:lnTo>
                  <a:lnTo>
                    <a:pt x="0" y="71"/>
                  </a:lnTo>
                  <a:lnTo>
                    <a:pt x="14" y="71"/>
                  </a:lnTo>
                  <a:lnTo>
                    <a:pt x="14" y="64"/>
                  </a:lnTo>
                  <a:lnTo>
                    <a:pt x="1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5" name="Google Shape;1115;p18"/>
            <p:cNvSpPr/>
            <p:nvPr/>
          </p:nvSpPr>
          <p:spPr>
            <a:xfrm>
              <a:off x="3934186" y="3799479"/>
              <a:ext cx="2496876" cy="636868"/>
            </a:xfrm>
            <a:custGeom>
              <a:avLst/>
              <a:gdLst/>
              <a:ahLst/>
              <a:cxnLst/>
              <a:rect l="l" t="t" r="r" b="b"/>
              <a:pathLst>
                <a:path w="2139" h="545" extrusionOk="0">
                  <a:moveTo>
                    <a:pt x="0" y="0"/>
                  </a:moveTo>
                  <a:cubicBezTo>
                    <a:pt x="0" y="545"/>
                    <a:pt x="0" y="545"/>
                    <a:pt x="0" y="545"/>
                  </a:cubicBezTo>
                  <a:cubicBezTo>
                    <a:pt x="1935" y="545"/>
                    <a:pt x="1935" y="545"/>
                    <a:pt x="1935" y="545"/>
                  </a:cubicBezTo>
                  <a:cubicBezTo>
                    <a:pt x="2071" y="545"/>
                    <a:pt x="2139" y="381"/>
                    <a:pt x="2043" y="284"/>
                  </a:cubicBezTo>
                  <a:cubicBezTo>
                    <a:pt x="1860" y="102"/>
                    <a:pt x="1860" y="102"/>
                    <a:pt x="1860" y="102"/>
                  </a:cubicBezTo>
                  <a:cubicBezTo>
                    <a:pt x="1795" y="36"/>
                    <a:pt x="1706" y="0"/>
                    <a:pt x="1613" y="0"/>
                  </a:cubicBezTo>
                  <a:cubicBezTo>
                    <a:pt x="0" y="0"/>
                    <a:pt x="0" y="0"/>
                    <a:pt x="0"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6" name="Google Shape;1116;p18"/>
            <p:cNvSpPr/>
            <p:nvPr/>
          </p:nvSpPr>
          <p:spPr>
            <a:xfrm>
              <a:off x="3934186" y="4294596"/>
              <a:ext cx="2432075" cy="141751"/>
            </a:xfrm>
            <a:custGeom>
              <a:avLst/>
              <a:gdLst/>
              <a:ahLst/>
              <a:cxnLst/>
              <a:rect l="l" t="t" r="r" b="b"/>
              <a:pathLst>
                <a:path w="2084" h="121" extrusionOk="0">
                  <a:moveTo>
                    <a:pt x="2084" y="0"/>
                  </a:moveTo>
                  <a:cubicBezTo>
                    <a:pt x="0" y="0"/>
                    <a:pt x="0" y="0"/>
                    <a:pt x="0" y="0"/>
                  </a:cubicBezTo>
                  <a:cubicBezTo>
                    <a:pt x="0" y="121"/>
                    <a:pt x="0" y="121"/>
                    <a:pt x="0" y="121"/>
                  </a:cubicBezTo>
                  <a:cubicBezTo>
                    <a:pt x="1935" y="121"/>
                    <a:pt x="1935" y="121"/>
                    <a:pt x="1935" y="121"/>
                  </a:cubicBezTo>
                  <a:cubicBezTo>
                    <a:pt x="2014" y="121"/>
                    <a:pt x="2070" y="66"/>
                    <a:pt x="2084"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7" name="Google Shape;1117;p18"/>
            <p:cNvSpPr/>
            <p:nvPr/>
          </p:nvSpPr>
          <p:spPr>
            <a:xfrm>
              <a:off x="5704073" y="3905792"/>
              <a:ext cx="600426" cy="211614"/>
            </a:xfrm>
            <a:custGeom>
              <a:avLst/>
              <a:gdLst/>
              <a:ahLst/>
              <a:cxnLst/>
              <a:rect l="l" t="t" r="r" b="b"/>
              <a:pathLst>
                <a:path w="515" h="181" extrusionOk="0">
                  <a:moveTo>
                    <a:pt x="0" y="34"/>
                  </a:moveTo>
                  <a:cubicBezTo>
                    <a:pt x="0" y="146"/>
                    <a:pt x="0" y="146"/>
                    <a:pt x="0" y="146"/>
                  </a:cubicBezTo>
                  <a:cubicBezTo>
                    <a:pt x="0" y="166"/>
                    <a:pt x="15" y="181"/>
                    <a:pt x="34" y="181"/>
                  </a:cubicBezTo>
                  <a:cubicBezTo>
                    <a:pt x="515" y="181"/>
                    <a:pt x="515" y="181"/>
                    <a:pt x="515" y="181"/>
                  </a:cubicBezTo>
                  <a:cubicBezTo>
                    <a:pt x="485" y="151"/>
                    <a:pt x="485" y="151"/>
                    <a:pt x="485" y="151"/>
                  </a:cubicBezTo>
                  <a:cubicBezTo>
                    <a:pt x="121" y="151"/>
                    <a:pt x="121" y="151"/>
                    <a:pt x="121" y="151"/>
                  </a:cubicBezTo>
                  <a:cubicBezTo>
                    <a:pt x="87" y="151"/>
                    <a:pt x="60" y="124"/>
                    <a:pt x="60" y="90"/>
                  </a:cubicBezTo>
                  <a:cubicBezTo>
                    <a:pt x="60" y="57"/>
                    <a:pt x="87" y="30"/>
                    <a:pt x="121" y="30"/>
                  </a:cubicBezTo>
                  <a:cubicBezTo>
                    <a:pt x="363" y="30"/>
                    <a:pt x="363" y="30"/>
                    <a:pt x="363" y="30"/>
                  </a:cubicBezTo>
                  <a:cubicBezTo>
                    <a:pt x="344" y="11"/>
                    <a:pt x="344" y="11"/>
                    <a:pt x="344" y="11"/>
                  </a:cubicBezTo>
                  <a:cubicBezTo>
                    <a:pt x="340" y="7"/>
                    <a:pt x="336" y="3"/>
                    <a:pt x="332" y="0"/>
                  </a:cubicBezTo>
                  <a:cubicBezTo>
                    <a:pt x="34" y="0"/>
                    <a:pt x="34" y="0"/>
                    <a:pt x="34" y="0"/>
                  </a:cubicBezTo>
                  <a:cubicBezTo>
                    <a:pt x="15" y="0"/>
                    <a:pt x="0" y="15"/>
                    <a:pt x="0" y="34"/>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8" name="Google Shape;1118;p18"/>
            <p:cNvSpPr/>
            <p:nvPr/>
          </p:nvSpPr>
          <p:spPr>
            <a:xfrm>
              <a:off x="5773937" y="3941230"/>
              <a:ext cx="496135" cy="140738"/>
            </a:xfrm>
            <a:custGeom>
              <a:avLst/>
              <a:gdLst/>
              <a:ahLst/>
              <a:cxnLst/>
              <a:rect l="l" t="t" r="r" b="b"/>
              <a:pathLst>
                <a:path w="425" h="121" extrusionOk="0">
                  <a:moveTo>
                    <a:pt x="0" y="60"/>
                  </a:moveTo>
                  <a:cubicBezTo>
                    <a:pt x="0" y="94"/>
                    <a:pt x="27" y="121"/>
                    <a:pt x="61" y="121"/>
                  </a:cubicBezTo>
                  <a:cubicBezTo>
                    <a:pt x="425" y="121"/>
                    <a:pt x="425" y="121"/>
                    <a:pt x="425" y="121"/>
                  </a:cubicBezTo>
                  <a:cubicBezTo>
                    <a:pt x="303" y="0"/>
                    <a:pt x="303" y="0"/>
                    <a:pt x="303" y="0"/>
                  </a:cubicBezTo>
                  <a:cubicBezTo>
                    <a:pt x="61" y="0"/>
                    <a:pt x="61" y="0"/>
                    <a:pt x="61" y="0"/>
                  </a:cubicBezTo>
                  <a:cubicBezTo>
                    <a:pt x="27" y="0"/>
                    <a:pt x="0" y="27"/>
                    <a:pt x="0" y="6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9" name="Google Shape;1119;p18"/>
            <p:cNvSpPr/>
            <p:nvPr/>
          </p:nvSpPr>
          <p:spPr>
            <a:xfrm>
              <a:off x="3934186" y="3905792"/>
              <a:ext cx="1698000" cy="211614"/>
            </a:xfrm>
            <a:custGeom>
              <a:avLst/>
              <a:gdLst/>
              <a:ahLst/>
              <a:cxnLst/>
              <a:rect l="l" t="t" r="r" b="b"/>
              <a:pathLst>
                <a:path w="1455" h="181" extrusionOk="0">
                  <a:moveTo>
                    <a:pt x="1420" y="0"/>
                  </a:moveTo>
                  <a:cubicBezTo>
                    <a:pt x="0" y="0"/>
                    <a:pt x="0" y="0"/>
                    <a:pt x="0" y="0"/>
                  </a:cubicBezTo>
                  <a:cubicBezTo>
                    <a:pt x="0" y="181"/>
                    <a:pt x="0" y="181"/>
                    <a:pt x="0" y="181"/>
                  </a:cubicBezTo>
                  <a:cubicBezTo>
                    <a:pt x="1420" y="181"/>
                    <a:pt x="1420" y="181"/>
                    <a:pt x="1420" y="181"/>
                  </a:cubicBezTo>
                  <a:cubicBezTo>
                    <a:pt x="1439" y="181"/>
                    <a:pt x="1455" y="166"/>
                    <a:pt x="1455" y="146"/>
                  </a:cubicBezTo>
                  <a:cubicBezTo>
                    <a:pt x="1455" y="34"/>
                    <a:pt x="1455" y="34"/>
                    <a:pt x="1455" y="34"/>
                  </a:cubicBezTo>
                  <a:cubicBezTo>
                    <a:pt x="1455" y="15"/>
                    <a:pt x="1439" y="0"/>
                    <a:pt x="1420" y="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18"/>
            <p:cNvSpPr/>
            <p:nvPr/>
          </p:nvSpPr>
          <p:spPr>
            <a:xfrm>
              <a:off x="5138073" y="3941230"/>
              <a:ext cx="423233" cy="140738"/>
            </a:xfrm>
            <a:custGeom>
              <a:avLst/>
              <a:gdLst/>
              <a:ahLst/>
              <a:cxnLst/>
              <a:rect l="l" t="t" r="r" b="b"/>
              <a:pathLst>
                <a:path w="363" h="121" extrusionOk="0">
                  <a:moveTo>
                    <a:pt x="346" y="0"/>
                  </a:moveTo>
                  <a:cubicBezTo>
                    <a:pt x="17" y="0"/>
                    <a:pt x="17" y="0"/>
                    <a:pt x="17" y="0"/>
                  </a:cubicBezTo>
                  <a:cubicBezTo>
                    <a:pt x="7" y="0"/>
                    <a:pt x="0" y="8"/>
                    <a:pt x="0" y="17"/>
                  </a:cubicBezTo>
                  <a:cubicBezTo>
                    <a:pt x="0" y="104"/>
                    <a:pt x="0" y="104"/>
                    <a:pt x="0" y="104"/>
                  </a:cubicBezTo>
                  <a:cubicBezTo>
                    <a:pt x="0" y="113"/>
                    <a:pt x="7" y="121"/>
                    <a:pt x="17" y="121"/>
                  </a:cubicBezTo>
                  <a:cubicBezTo>
                    <a:pt x="346" y="121"/>
                    <a:pt x="346" y="121"/>
                    <a:pt x="346" y="121"/>
                  </a:cubicBezTo>
                  <a:cubicBezTo>
                    <a:pt x="355" y="121"/>
                    <a:pt x="363" y="113"/>
                    <a:pt x="363" y="104"/>
                  </a:cubicBezTo>
                  <a:cubicBezTo>
                    <a:pt x="363" y="17"/>
                    <a:pt x="363" y="17"/>
                    <a:pt x="363" y="17"/>
                  </a:cubicBezTo>
                  <a:cubicBezTo>
                    <a:pt x="363" y="8"/>
                    <a:pt x="355" y="0"/>
                    <a:pt x="3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1" name="Google Shape;1121;p18"/>
            <p:cNvSpPr/>
            <p:nvPr/>
          </p:nvSpPr>
          <p:spPr>
            <a:xfrm>
              <a:off x="4005062" y="3941230"/>
              <a:ext cx="211617" cy="140738"/>
            </a:xfrm>
            <a:custGeom>
              <a:avLst/>
              <a:gdLst/>
              <a:ahLst/>
              <a:cxnLst/>
              <a:rect l="l" t="t" r="r" b="b"/>
              <a:pathLst>
                <a:path w="182" h="121" extrusionOk="0">
                  <a:moveTo>
                    <a:pt x="165" y="0"/>
                  </a:moveTo>
                  <a:cubicBezTo>
                    <a:pt x="18" y="0"/>
                    <a:pt x="18" y="0"/>
                    <a:pt x="18" y="0"/>
                  </a:cubicBezTo>
                  <a:cubicBezTo>
                    <a:pt x="8" y="0"/>
                    <a:pt x="0" y="8"/>
                    <a:pt x="0" y="17"/>
                  </a:cubicBezTo>
                  <a:cubicBezTo>
                    <a:pt x="0" y="104"/>
                    <a:pt x="0" y="104"/>
                    <a:pt x="0" y="104"/>
                  </a:cubicBezTo>
                  <a:cubicBezTo>
                    <a:pt x="0" y="113"/>
                    <a:pt x="8" y="121"/>
                    <a:pt x="18" y="121"/>
                  </a:cubicBezTo>
                  <a:cubicBezTo>
                    <a:pt x="165" y="121"/>
                    <a:pt x="165" y="121"/>
                    <a:pt x="165" y="121"/>
                  </a:cubicBezTo>
                  <a:cubicBezTo>
                    <a:pt x="175" y="121"/>
                    <a:pt x="182" y="113"/>
                    <a:pt x="182" y="104"/>
                  </a:cubicBezTo>
                  <a:cubicBezTo>
                    <a:pt x="182" y="17"/>
                    <a:pt x="182" y="17"/>
                    <a:pt x="182" y="17"/>
                  </a:cubicBezTo>
                  <a:cubicBezTo>
                    <a:pt x="182" y="8"/>
                    <a:pt x="175" y="0"/>
                    <a:pt x="16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2" name="Google Shape;1122;p18"/>
            <p:cNvSpPr/>
            <p:nvPr/>
          </p:nvSpPr>
          <p:spPr>
            <a:xfrm>
              <a:off x="4288568" y="3941230"/>
              <a:ext cx="88090" cy="140738"/>
            </a:xfrm>
            <a:custGeom>
              <a:avLst/>
              <a:gdLst/>
              <a:ahLst/>
              <a:cxnLst/>
              <a:rect l="l" t="t" r="r" b="b"/>
              <a:pathLst>
                <a:path w="76" h="121" extrusionOk="0">
                  <a:moveTo>
                    <a:pt x="58" y="0"/>
                  </a:moveTo>
                  <a:cubicBezTo>
                    <a:pt x="17" y="0"/>
                    <a:pt x="17" y="0"/>
                    <a:pt x="17" y="0"/>
                  </a:cubicBezTo>
                  <a:cubicBezTo>
                    <a:pt x="8" y="0"/>
                    <a:pt x="0" y="8"/>
                    <a:pt x="0" y="17"/>
                  </a:cubicBezTo>
                  <a:cubicBezTo>
                    <a:pt x="0" y="104"/>
                    <a:pt x="0" y="104"/>
                    <a:pt x="0" y="104"/>
                  </a:cubicBezTo>
                  <a:cubicBezTo>
                    <a:pt x="0" y="113"/>
                    <a:pt x="8" y="121"/>
                    <a:pt x="17" y="121"/>
                  </a:cubicBezTo>
                  <a:cubicBezTo>
                    <a:pt x="58" y="121"/>
                    <a:pt x="58" y="121"/>
                    <a:pt x="58" y="121"/>
                  </a:cubicBezTo>
                  <a:cubicBezTo>
                    <a:pt x="68" y="121"/>
                    <a:pt x="76" y="113"/>
                    <a:pt x="76" y="104"/>
                  </a:cubicBezTo>
                  <a:cubicBezTo>
                    <a:pt x="76" y="17"/>
                    <a:pt x="76" y="17"/>
                    <a:pt x="76" y="17"/>
                  </a:cubicBezTo>
                  <a:cubicBezTo>
                    <a:pt x="76" y="8"/>
                    <a:pt x="68" y="0"/>
                    <a:pt x="5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18"/>
            <p:cNvSpPr/>
            <p:nvPr/>
          </p:nvSpPr>
          <p:spPr>
            <a:xfrm>
              <a:off x="4412096" y="3941230"/>
              <a:ext cx="88090" cy="140738"/>
            </a:xfrm>
            <a:custGeom>
              <a:avLst/>
              <a:gdLst/>
              <a:ahLst/>
              <a:cxnLst/>
              <a:rect l="l" t="t" r="r" b="b"/>
              <a:pathLst>
                <a:path w="76" h="121" extrusionOk="0">
                  <a:moveTo>
                    <a:pt x="0" y="17"/>
                  </a:moveTo>
                  <a:cubicBezTo>
                    <a:pt x="0" y="104"/>
                    <a:pt x="0" y="104"/>
                    <a:pt x="0" y="104"/>
                  </a:cubicBezTo>
                  <a:cubicBezTo>
                    <a:pt x="0" y="113"/>
                    <a:pt x="8" y="121"/>
                    <a:pt x="18" y="121"/>
                  </a:cubicBezTo>
                  <a:cubicBezTo>
                    <a:pt x="58" y="121"/>
                    <a:pt x="58" y="121"/>
                    <a:pt x="58" y="121"/>
                  </a:cubicBezTo>
                  <a:cubicBezTo>
                    <a:pt x="68" y="121"/>
                    <a:pt x="76" y="113"/>
                    <a:pt x="76" y="104"/>
                  </a:cubicBezTo>
                  <a:cubicBezTo>
                    <a:pt x="76" y="17"/>
                    <a:pt x="76" y="17"/>
                    <a:pt x="76" y="17"/>
                  </a:cubicBezTo>
                  <a:cubicBezTo>
                    <a:pt x="76" y="8"/>
                    <a:pt x="68" y="0"/>
                    <a:pt x="58" y="0"/>
                  </a:cubicBezTo>
                  <a:cubicBezTo>
                    <a:pt x="18" y="0"/>
                    <a:pt x="18" y="0"/>
                    <a:pt x="18" y="0"/>
                  </a:cubicBezTo>
                  <a:cubicBezTo>
                    <a:pt x="8" y="0"/>
                    <a:pt x="0" y="8"/>
                    <a:pt x="0" y="1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4" name="Google Shape;1124;p18"/>
            <p:cNvSpPr/>
            <p:nvPr/>
          </p:nvSpPr>
          <p:spPr>
            <a:xfrm>
              <a:off x="4572074" y="3941230"/>
              <a:ext cx="210604" cy="140738"/>
            </a:xfrm>
            <a:custGeom>
              <a:avLst/>
              <a:gdLst/>
              <a:ahLst/>
              <a:cxnLst/>
              <a:rect l="l" t="t" r="r" b="b"/>
              <a:pathLst>
                <a:path w="181" h="121" extrusionOk="0">
                  <a:moveTo>
                    <a:pt x="164" y="0"/>
                  </a:moveTo>
                  <a:cubicBezTo>
                    <a:pt x="17" y="0"/>
                    <a:pt x="17" y="0"/>
                    <a:pt x="17" y="0"/>
                  </a:cubicBezTo>
                  <a:cubicBezTo>
                    <a:pt x="7" y="0"/>
                    <a:pt x="0" y="8"/>
                    <a:pt x="0" y="17"/>
                  </a:cubicBezTo>
                  <a:cubicBezTo>
                    <a:pt x="0" y="104"/>
                    <a:pt x="0" y="104"/>
                    <a:pt x="0" y="104"/>
                  </a:cubicBezTo>
                  <a:cubicBezTo>
                    <a:pt x="0" y="113"/>
                    <a:pt x="7" y="121"/>
                    <a:pt x="17" y="121"/>
                  </a:cubicBezTo>
                  <a:cubicBezTo>
                    <a:pt x="164" y="121"/>
                    <a:pt x="164" y="121"/>
                    <a:pt x="164" y="121"/>
                  </a:cubicBezTo>
                  <a:cubicBezTo>
                    <a:pt x="174" y="121"/>
                    <a:pt x="181" y="113"/>
                    <a:pt x="181" y="104"/>
                  </a:cubicBezTo>
                  <a:cubicBezTo>
                    <a:pt x="181" y="17"/>
                    <a:pt x="181" y="17"/>
                    <a:pt x="181" y="17"/>
                  </a:cubicBezTo>
                  <a:cubicBezTo>
                    <a:pt x="181" y="8"/>
                    <a:pt x="174" y="0"/>
                    <a:pt x="16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5" name="Google Shape;1125;p18"/>
            <p:cNvSpPr/>
            <p:nvPr/>
          </p:nvSpPr>
          <p:spPr>
            <a:xfrm>
              <a:off x="4854567" y="3941230"/>
              <a:ext cx="88090" cy="140738"/>
            </a:xfrm>
            <a:custGeom>
              <a:avLst/>
              <a:gdLst/>
              <a:ahLst/>
              <a:cxnLst/>
              <a:rect l="l" t="t" r="r" b="b"/>
              <a:pathLst>
                <a:path w="76" h="121" extrusionOk="0">
                  <a:moveTo>
                    <a:pt x="58" y="0"/>
                  </a:moveTo>
                  <a:cubicBezTo>
                    <a:pt x="17" y="0"/>
                    <a:pt x="17" y="0"/>
                    <a:pt x="17" y="0"/>
                  </a:cubicBezTo>
                  <a:cubicBezTo>
                    <a:pt x="8" y="0"/>
                    <a:pt x="0" y="8"/>
                    <a:pt x="0" y="17"/>
                  </a:cubicBezTo>
                  <a:cubicBezTo>
                    <a:pt x="0" y="104"/>
                    <a:pt x="0" y="104"/>
                    <a:pt x="0" y="104"/>
                  </a:cubicBezTo>
                  <a:cubicBezTo>
                    <a:pt x="0" y="113"/>
                    <a:pt x="8" y="121"/>
                    <a:pt x="17" y="121"/>
                  </a:cubicBezTo>
                  <a:cubicBezTo>
                    <a:pt x="58" y="121"/>
                    <a:pt x="58" y="121"/>
                    <a:pt x="58" y="121"/>
                  </a:cubicBezTo>
                  <a:cubicBezTo>
                    <a:pt x="68" y="121"/>
                    <a:pt x="76" y="113"/>
                    <a:pt x="76" y="104"/>
                  </a:cubicBezTo>
                  <a:cubicBezTo>
                    <a:pt x="76" y="17"/>
                    <a:pt x="76" y="17"/>
                    <a:pt x="76" y="17"/>
                  </a:cubicBezTo>
                  <a:cubicBezTo>
                    <a:pt x="76" y="8"/>
                    <a:pt x="68" y="0"/>
                    <a:pt x="5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18"/>
            <p:cNvSpPr/>
            <p:nvPr/>
          </p:nvSpPr>
          <p:spPr>
            <a:xfrm>
              <a:off x="4978095" y="3941230"/>
              <a:ext cx="88090" cy="140738"/>
            </a:xfrm>
            <a:custGeom>
              <a:avLst/>
              <a:gdLst/>
              <a:ahLst/>
              <a:cxnLst/>
              <a:rect l="l" t="t" r="r" b="b"/>
              <a:pathLst>
                <a:path w="76" h="121" extrusionOk="0">
                  <a:moveTo>
                    <a:pt x="0" y="17"/>
                  </a:moveTo>
                  <a:cubicBezTo>
                    <a:pt x="0" y="104"/>
                    <a:pt x="0" y="104"/>
                    <a:pt x="0" y="104"/>
                  </a:cubicBezTo>
                  <a:cubicBezTo>
                    <a:pt x="0" y="113"/>
                    <a:pt x="8" y="121"/>
                    <a:pt x="18" y="121"/>
                  </a:cubicBezTo>
                  <a:cubicBezTo>
                    <a:pt x="58" y="121"/>
                    <a:pt x="58" y="121"/>
                    <a:pt x="58" y="121"/>
                  </a:cubicBezTo>
                  <a:cubicBezTo>
                    <a:pt x="68" y="121"/>
                    <a:pt x="76" y="113"/>
                    <a:pt x="76" y="104"/>
                  </a:cubicBezTo>
                  <a:cubicBezTo>
                    <a:pt x="76" y="17"/>
                    <a:pt x="76" y="17"/>
                    <a:pt x="76" y="17"/>
                  </a:cubicBezTo>
                  <a:cubicBezTo>
                    <a:pt x="76" y="8"/>
                    <a:pt x="68" y="0"/>
                    <a:pt x="58" y="0"/>
                  </a:cubicBezTo>
                  <a:cubicBezTo>
                    <a:pt x="18" y="0"/>
                    <a:pt x="18" y="0"/>
                    <a:pt x="18" y="0"/>
                  </a:cubicBezTo>
                  <a:cubicBezTo>
                    <a:pt x="8" y="0"/>
                    <a:pt x="0" y="8"/>
                    <a:pt x="0" y="1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7" name="Google Shape;1127;p18"/>
            <p:cNvSpPr/>
            <p:nvPr/>
          </p:nvSpPr>
          <p:spPr>
            <a:xfrm>
              <a:off x="4246042" y="3863267"/>
              <a:ext cx="296669" cy="431329"/>
            </a:xfrm>
            <a:custGeom>
              <a:avLst/>
              <a:gdLst/>
              <a:ahLst/>
              <a:cxnLst/>
              <a:rect l="l" t="t" r="r" b="b"/>
              <a:pathLst>
                <a:path w="254" h="370" extrusionOk="0">
                  <a:moveTo>
                    <a:pt x="12" y="218"/>
                  </a:moveTo>
                  <a:cubicBezTo>
                    <a:pt x="0" y="218"/>
                    <a:pt x="0" y="218"/>
                    <a:pt x="0" y="218"/>
                  </a:cubicBezTo>
                  <a:cubicBezTo>
                    <a:pt x="0" y="370"/>
                    <a:pt x="0" y="370"/>
                    <a:pt x="0" y="370"/>
                  </a:cubicBezTo>
                  <a:cubicBezTo>
                    <a:pt x="12" y="370"/>
                    <a:pt x="12" y="370"/>
                    <a:pt x="12" y="370"/>
                  </a:cubicBezTo>
                  <a:cubicBezTo>
                    <a:pt x="12" y="218"/>
                    <a:pt x="12" y="218"/>
                    <a:pt x="12" y="218"/>
                  </a:cubicBezTo>
                  <a:moveTo>
                    <a:pt x="254" y="218"/>
                  </a:moveTo>
                  <a:cubicBezTo>
                    <a:pt x="242" y="218"/>
                    <a:pt x="242" y="218"/>
                    <a:pt x="242" y="218"/>
                  </a:cubicBezTo>
                  <a:cubicBezTo>
                    <a:pt x="242" y="370"/>
                    <a:pt x="242" y="370"/>
                    <a:pt x="242" y="370"/>
                  </a:cubicBezTo>
                  <a:cubicBezTo>
                    <a:pt x="254" y="370"/>
                    <a:pt x="254" y="370"/>
                    <a:pt x="254" y="370"/>
                  </a:cubicBezTo>
                  <a:cubicBezTo>
                    <a:pt x="254" y="218"/>
                    <a:pt x="254" y="218"/>
                    <a:pt x="254" y="218"/>
                  </a:cubicBezTo>
                  <a:moveTo>
                    <a:pt x="213" y="0"/>
                  </a:moveTo>
                  <a:cubicBezTo>
                    <a:pt x="41" y="0"/>
                    <a:pt x="41" y="0"/>
                    <a:pt x="41" y="0"/>
                  </a:cubicBezTo>
                  <a:cubicBezTo>
                    <a:pt x="20" y="0"/>
                    <a:pt x="2" y="16"/>
                    <a:pt x="0" y="37"/>
                  </a:cubicBezTo>
                  <a:cubicBezTo>
                    <a:pt x="12" y="37"/>
                    <a:pt x="12" y="37"/>
                    <a:pt x="12" y="37"/>
                  </a:cubicBezTo>
                  <a:cubicBezTo>
                    <a:pt x="14" y="23"/>
                    <a:pt x="26" y="12"/>
                    <a:pt x="41" y="12"/>
                  </a:cubicBezTo>
                  <a:cubicBezTo>
                    <a:pt x="121" y="12"/>
                    <a:pt x="121" y="12"/>
                    <a:pt x="121" y="12"/>
                  </a:cubicBezTo>
                  <a:cubicBezTo>
                    <a:pt x="121" y="6"/>
                    <a:pt x="121" y="6"/>
                    <a:pt x="121" y="6"/>
                  </a:cubicBezTo>
                  <a:cubicBezTo>
                    <a:pt x="133" y="6"/>
                    <a:pt x="133" y="6"/>
                    <a:pt x="133" y="6"/>
                  </a:cubicBezTo>
                  <a:cubicBezTo>
                    <a:pt x="133" y="12"/>
                    <a:pt x="133" y="12"/>
                    <a:pt x="133" y="12"/>
                  </a:cubicBezTo>
                  <a:cubicBezTo>
                    <a:pt x="213" y="12"/>
                    <a:pt x="213" y="12"/>
                    <a:pt x="213" y="12"/>
                  </a:cubicBezTo>
                  <a:cubicBezTo>
                    <a:pt x="228" y="12"/>
                    <a:pt x="240" y="23"/>
                    <a:pt x="242" y="37"/>
                  </a:cubicBezTo>
                  <a:cubicBezTo>
                    <a:pt x="254" y="37"/>
                    <a:pt x="254" y="37"/>
                    <a:pt x="254" y="37"/>
                  </a:cubicBezTo>
                  <a:cubicBezTo>
                    <a:pt x="252" y="16"/>
                    <a:pt x="234" y="0"/>
                    <a:pt x="213"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18"/>
            <p:cNvSpPr/>
            <p:nvPr/>
          </p:nvSpPr>
          <p:spPr>
            <a:xfrm>
              <a:off x="4246042" y="4294596"/>
              <a:ext cx="296669" cy="78976"/>
            </a:xfrm>
            <a:custGeom>
              <a:avLst/>
              <a:gdLst/>
              <a:ahLst/>
              <a:cxnLst/>
              <a:rect l="l" t="t" r="r" b="b"/>
              <a:pathLst>
                <a:path w="293" h="78" extrusionOk="0">
                  <a:moveTo>
                    <a:pt x="293" y="0"/>
                  </a:moveTo>
                  <a:lnTo>
                    <a:pt x="279" y="0"/>
                  </a:lnTo>
                  <a:lnTo>
                    <a:pt x="279" y="64"/>
                  </a:lnTo>
                  <a:lnTo>
                    <a:pt x="153" y="64"/>
                  </a:lnTo>
                  <a:lnTo>
                    <a:pt x="153" y="71"/>
                  </a:lnTo>
                  <a:lnTo>
                    <a:pt x="140" y="71"/>
                  </a:lnTo>
                  <a:lnTo>
                    <a:pt x="140" y="64"/>
                  </a:lnTo>
                  <a:lnTo>
                    <a:pt x="14" y="64"/>
                  </a:lnTo>
                  <a:lnTo>
                    <a:pt x="14" y="0"/>
                  </a:lnTo>
                  <a:lnTo>
                    <a:pt x="0" y="0"/>
                  </a:lnTo>
                  <a:lnTo>
                    <a:pt x="0" y="78"/>
                  </a:lnTo>
                  <a:lnTo>
                    <a:pt x="293" y="78"/>
                  </a:lnTo>
                  <a:lnTo>
                    <a:pt x="29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18"/>
            <p:cNvSpPr/>
            <p:nvPr/>
          </p:nvSpPr>
          <p:spPr>
            <a:xfrm>
              <a:off x="4387795" y="4117407"/>
              <a:ext cx="13200" cy="177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0" name="Google Shape;1130;p18"/>
            <p:cNvSpPr/>
            <p:nvPr/>
          </p:nvSpPr>
          <p:spPr>
            <a:xfrm>
              <a:off x="4387795" y="4117407"/>
              <a:ext cx="13200" cy="177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1" name="Google Shape;1131;p18"/>
            <p:cNvSpPr/>
            <p:nvPr/>
          </p:nvSpPr>
          <p:spPr>
            <a:xfrm>
              <a:off x="4387795" y="4294596"/>
              <a:ext cx="13163" cy="71888"/>
            </a:xfrm>
            <a:custGeom>
              <a:avLst/>
              <a:gdLst/>
              <a:ahLst/>
              <a:cxnLst/>
              <a:rect l="l" t="t" r="r" b="b"/>
              <a:pathLst>
                <a:path w="13" h="71" extrusionOk="0">
                  <a:moveTo>
                    <a:pt x="13" y="0"/>
                  </a:moveTo>
                  <a:lnTo>
                    <a:pt x="0" y="0"/>
                  </a:lnTo>
                  <a:lnTo>
                    <a:pt x="0" y="64"/>
                  </a:lnTo>
                  <a:lnTo>
                    <a:pt x="0" y="71"/>
                  </a:lnTo>
                  <a:lnTo>
                    <a:pt x="13" y="71"/>
                  </a:lnTo>
                  <a:lnTo>
                    <a:pt x="13" y="64"/>
                  </a:lnTo>
                  <a:lnTo>
                    <a:pt x="1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2" name="Google Shape;1132;p18"/>
            <p:cNvSpPr/>
            <p:nvPr/>
          </p:nvSpPr>
          <p:spPr>
            <a:xfrm>
              <a:off x="4387795" y="3870355"/>
              <a:ext cx="13163" cy="35438"/>
            </a:xfrm>
            <a:custGeom>
              <a:avLst/>
              <a:gdLst/>
              <a:ahLst/>
              <a:cxnLst/>
              <a:rect l="l" t="t" r="r" b="b"/>
              <a:pathLst>
                <a:path w="13" h="35" extrusionOk="0">
                  <a:moveTo>
                    <a:pt x="13" y="0"/>
                  </a:moveTo>
                  <a:lnTo>
                    <a:pt x="0" y="0"/>
                  </a:lnTo>
                  <a:lnTo>
                    <a:pt x="0" y="7"/>
                  </a:lnTo>
                  <a:lnTo>
                    <a:pt x="0" y="35"/>
                  </a:lnTo>
                  <a:lnTo>
                    <a:pt x="13" y="35"/>
                  </a:lnTo>
                  <a:lnTo>
                    <a:pt x="13" y="7"/>
                  </a:lnTo>
                  <a:lnTo>
                    <a:pt x="13"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3" name="Google Shape;1133;p18"/>
            <p:cNvSpPr/>
            <p:nvPr/>
          </p:nvSpPr>
          <p:spPr>
            <a:xfrm>
              <a:off x="4387795" y="3870355"/>
              <a:ext cx="13163" cy="35438"/>
            </a:xfrm>
            <a:custGeom>
              <a:avLst/>
              <a:gdLst/>
              <a:ahLst/>
              <a:cxnLst/>
              <a:rect l="l" t="t" r="r" b="b"/>
              <a:pathLst>
                <a:path w="13" h="35" extrusionOk="0">
                  <a:moveTo>
                    <a:pt x="13" y="0"/>
                  </a:moveTo>
                  <a:lnTo>
                    <a:pt x="0" y="0"/>
                  </a:lnTo>
                  <a:lnTo>
                    <a:pt x="0" y="7"/>
                  </a:lnTo>
                  <a:lnTo>
                    <a:pt x="0" y="35"/>
                  </a:lnTo>
                  <a:lnTo>
                    <a:pt x="13" y="35"/>
                  </a:lnTo>
                  <a:lnTo>
                    <a:pt x="13" y="7"/>
                  </a:lnTo>
                  <a:lnTo>
                    <a:pt x="13"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4" name="Google Shape;1134;p18"/>
            <p:cNvSpPr/>
            <p:nvPr/>
          </p:nvSpPr>
          <p:spPr>
            <a:xfrm>
              <a:off x="4812041" y="3863267"/>
              <a:ext cx="296669" cy="431329"/>
            </a:xfrm>
            <a:custGeom>
              <a:avLst/>
              <a:gdLst/>
              <a:ahLst/>
              <a:cxnLst/>
              <a:rect l="l" t="t" r="r" b="b"/>
              <a:pathLst>
                <a:path w="254" h="370" extrusionOk="0">
                  <a:moveTo>
                    <a:pt x="12" y="218"/>
                  </a:moveTo>
                  <a:cubicBezTo>
                    <a:pt x="0" y="218"/>
                    <a:pt x="0" y="218"/>
                    <a:pt x="0" y="218"/>
                  </a:cubicBezTo>
                  <a:cubicBezTo>
                    <a:pt x="0" y="370"/>
                    <a:pt x="0" y="370"/>
                    <a:pt x="0" y="370"/>
                  </a:cubicBezTo>
                  <a:cubicBezTo>
                    <a:pt x="12" y="370"/>
                    <a:pt x="12" y="370"/>
                    <a:pt x="12" y="370"/>
                  </a:cubicBezTo>
                  <a:cubicBezTo>
                    <a:pt x="12" y="218"/>
                    <a:pt x="12" y="218"/>
                    <a:pt x="12" y="218"/>
                  </a:cubicBezTo>
                  <a:moveTo>
                    <a:pt x="254" y="218"/>
                  </a:moveTo>
                  <a:cubicBezTo>
                    <a:pt x="242" y="218"/>
                    <a:pt x="242" y="218"/>
                    <a:pt x="242" y="218"/>
                  </a:cubicBezTo>
                  <a:cubicBezTo>
                    <a:pt x="242" y="370"/>
                    <a:pt x="242" y="370"/>
                    <a:pt x="242" y="370"/>
                  </a:cubicBezTo>
                  <a:cubicBezTo>
                    <a:pt x="254" y="370"/>
                    <a:pt x="254" y="370"/>
                    <a:pt x="254" y="370"/>
                  </a:cubicBezTo>
                  <a:cubicBezTo>
                    <a:pt x="254" y="218"/>
                    <a:pt x="254" y="218"/>
                    <a:pt x="254" y="218"/>
                  </a:cubicBezTo>
                  <a:moveTo>
                    <a:pt x="213" y="0"/>
                  </a:moveTo>
                  <a:cubicBezTo>
                    <a:pt x="41" y="0"/>
                    <a:pt x="41" y="0"/>
                    <a:pt x="41" y="0"/>
                  </a:cubicBezTo>
                  <a:cubicBezTo>
                    <a:pt x="20" y="0"/>
                    <a:pt x="2" y="16"/>
                    <a:pt x="0" y="37"/>
                  </a:cubicBezTo>
                  <a:cubicBezTo>
                    <a:pt x="12" y="37"/>
                    <a:pt x="12" y="37"/>
                    <a:pt x="12" y="37"/>
                  </a:cubicBezTo>
                  <a:cubicBezTo>
                    <a:pt x="14" y="23"/>
                    <a:pt x="26" y="12"/>
                    <a:pt x="41" y="12"/>
                  </a:cubicBezTo>
                  <a:cubicBezTo>
                    <a:pt x="121" y="12"/>
                    <a:pt x="121" y="12"/>
                    <a:pt x="121" y="12"/>
                  </a:cubicBezTo>
                  <a:cubicBezTo>
                    <a:pt x="121" y="6"/>
                    <a:pt x="121" y="6"/>
                    <a:pt x="121" y="6"/>
                  </a:cubicBezTo>
                  <a:cubicBezTo>
                    <a:pt x="133" y="6"/>
                    <a:pt x="133" y="6"/>
                    <a:pt x="133" y="6"/>
                  </a:cubicBezTo>
                  <a:cubicBezTo>
                    <a:pt x="133" y="12"/>
                    <a:pt x="133" y="12"/>
                    <a:pt x="133" y="12"/>
                  </a:cubicBezTo>
                  <a:cubicBezTo>
                    <a:pt x="213" y="12"/>
                    <a:pt x="213" y="12"/>
                    <a:pt x="213" y="12"/>
                  </a:cubicBezTo>
                  <a:cubicBezTo>
                    <a:pt x="228" y="12"/>
                    <a:pt x="240" y="23"/>
                    <a:pt x="242" y="37"/>
                  </a:cubicBezTo>
                  <a:cubicBezTo>
                    <a:pt x="254" y="37"/>
                    <a:pt x="254" y="37"/>
                    <a:pt x="254" y="37"/>
                  </a:cubicBezTo>
                  <a:cubicBezTo>
                    <a:pt x="252" y="16"/>
                    <a:pt x="234" y="0"/>
                    <a:pt x="213"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5" name="Google Shape;1135;p18"/>
            <p:cNvSpPr/>
            <p:nvPr/>
          </p:nvSpPr>
          <p:spPr>
            <a:xfrm>
              <a:off x="4812041" y="4294596"/>
              <a:ext cx="296669" cy="78976"/>
            </a:xfrm>
            <a:custGeom>
              <a:avLst/>
              <a:gdLst/>
              <a:ahLst/>
              <a:cxnLst/>
              <a:rect l="l" t="t" r="r" b="b"/>
              <a:pathLst>
                <a:path w="293" h="78" extrusionOk="0">
                  <a:moveTo>
                    <a:pt x="293" y="0"/>
                  </a:moveTo>
                  <a:lnTo>
                    <a:pt x="279" y="0"/>
                  </a:lnTo>
                  <a:lnTo>
                    <a:pt x="279" y="64"/>
                  </a:lnTo>
                  <a:lnTo>
                    <a:pt x="153" y="64"/>
                  </a:lnTo>
                  <a:lnTo>
                    <a:pt x="153" y="71"/>
                  </a:lnTo>
                  <a:lnTo>
                    <a:pt x="140" y="71"/>
                  </a:lnTo>
                  <a:lnTo>
                    <a:pt x="140" y="64"/>
                  </a:lnTo>
                  <a:lnTo>
                    <a:pt x="14" y="64"/>
                  </a:lnTo>
                  <a:lnTo>
                    <a:pt x="14" y="0"/>
                  </a:lnTo>
                  <a:lnTo>
                    <a:pt x="0" y="0"/>
                  </a:lnTo>
                  <a:lnTo>
                    <a:pt x="0" y="78"/>
                  </a:lnTo>
                  <a:lnTo>
                    <a:pt x="293" y="78"/>
                  </a:lnTo>
                  <a:lnTo>
                    <a:pt x="29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6" name="Google Shape;1136;p18"/>
            <p:cNvSpPr/>
            <p:nvPr/>
          </p:nvSpPr>
          <p:spPr>
            <a:xfrm>
              <a:off x="4953794" y="3870355"/>
              <a:ext cx="13163" cy="424242"/>
            </a:xfrm>
            <a:custGeom>
              <a:avLst/>
              <a:gdLst/>
              <a:ahLst/>
              <a:cxnLst/>
              <a:rect l="l" t="t" r="r" b="b"/>
              <a:pathLst>
                <a:path w="13" h="419" extrusionOk="0">
                  <a:moveTo>
                    <a:pt x="13" y="244"/>
                  </a:moveTo>
                  <a:lnTo>
                    <a:pt x="0" y="244"/>
                  </a:lnTo>
                  <a:lnTo>
                    <a:pt x="0" y="419"/>
                  </a:lnTo>
                  <a:lnTo>
                    <a:pt x="13" y="419"/>
                  </a:lnTo>
                  <a:lnTo>
                    <a:pt x="13" y="244"/>
                  </a:lnTo>
                  <a:close/>
                  <a:moveTo>
                    <a:pt x="13" y="0"/>
                  </a:moveTo>
                  <a:lnTo>
                    <a:pt x="0" y="0"/>
                  </a:lnTo>
                  <a:lnTo>
                    <a:pt x="0" y="7"/>
                  </a:lnTo>
                  <a:lnTo>
                    <a:pt x="0" y="35"/>
                  </a:lnTo>
                  <a:lnTo>
                    <a:pt x="13" y="35"/>
                  </a:lnTo>
                  <a:lnTo>
                    <a:pt x="13" y="7"/>
                  </a:lnTo>
                  <a:lnTo>
                    <a:pt x="13"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7" name="Google Shape;1137;p18"/>
            <p:cNvSpPr/>
            <p:nvPr/>
          </p:nvSpPr>
          <p:spPr>
            <a:xfrm>
              <a:off x="4953794" y="3870355"/>
              <a:ext cx="13163" cy="424242"/>
            </a:xfrm>
            <a:custGeom>
              <a:avLst/>
              <a:gdLst/>
              <a:ahLst/>
              <a:cxnLst/>
              <a:rect l="l" t="t" r="r" b="b"/>
              <a:pathLst>
                <a:path w="13" h="419" extrusionOk="0">
                  <a:moveTo>
                    <a:pt x="13" y="244"/>
                  </a:moveTo>
                  <a:lnTo>
                    <a:pt x="0" y="244"/>
                  </a:lnTo>
                  <a:lnTo>
                    <a:pt x="0" y="419"/>
                  </a:lnTo>
                  <a:lnTo>
                    <a:pt x="13" y="419"/>
                  </a:lnTo>
                  <a:lnTo>
                    <a:pt x="13" y="244"/>
                  </a:lnTo>
                  <a:moveTo>
                    <a:pt x="13" y="0"/>
                  </a:moveTo>
                  <a:lnTo>
                    <a:pt x="0" y="0"/>
                  </a:lnTo>
                  <a:lnTo>
                    <a:pt x="0" y="7"/>
                  </a:lnTo>
                  <a:lnTo>
                    <a:pt x="0" y="35"/>
                  </a:lnTo>
                  <a:lnTo>
                    <a:pt x="13" y="35"/>
                  </a:lnTo>
                  <a:lnTo>
                    <a:pt x="13" y="7"/>
                  </a:lnTo>
                  <a:lnTo>
                    <a:pt x="13"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8" name="Google Shape;1138;p18"/>
            <p:cNvSpPr/>
            <p:nvPr/>
          </p:nvSpPr>
          <p:spPr>
            <a:xfrm>
              <a:off x="4953794" y="4294596"/>
              <a:ext cx="13163" cy="71888"/>
            </a:xfrm>
            <a:custGeom>
              <a:avLst/>
              <a:gdLst/>
              <a:ahLst/>
              <a:cxnLst/>
              <a:rect l="l" t="t" r="r" b="b"/>
              <a:pathLst>
                <a:path w="13" h="71" extrusionOk="0">
                  <a:moveTo>
                    <a:pt x="13" y="0"/>
                  </a:moveTo>
                  <a:lnTo>
                    <a:pt x="0" y="0"/>
                  </a:lnTo>
                  <a:lnTo>
                    <a:pt x="0" y="64"/>
                  </a:lnTo>
                  <a:lnTo>
                    <a:pt x="0" y="71"/>
                  </a:lnTo>
                  <a:lnTo>
                    <a:pt x="13" y="71"/>
                  </a:lnTo>
                  <a:lnTo>
                    <a:pt x="13" y="64"/>
                  </a:lnTo>
                  <a:lnTo>
                    <a:pt x="1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39" name="Google Shape;1139;p18"/>
          <p:cNvGrpSpPr/>
          <p:nvPr/>
        </p:nvGrpSpPr>
        <p:grpSpPr>
          <a:xfrm>
            <a:off x="-630123" y="264025"/>
            <a:ext cx="9617437" cy="812461"/>
            <a:chOff x="-630123" y="264025"/>
            <a:chExt cx="9617437" cy="812461"/>
          </a:xfrm>
        </p:grpSpPr>
        <p:sp>
          <p:nvSpPr>
            <p:cNvPr id="1140" name="Google Shape;1140;p18"/>
            <p:cNvSpPr/>
            <p:nvPr/>
          </p:nvSpPr>
          <p:spPr>
            <a:xfrm>
              <a:off x="6968477" y="264025"/>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1" name="Google Shape;1141;p18"/>
            <p:cNvSpPr/>
            <p:nvPr/>
          </p:nvSpPr>
          <p:spPr>
            <a:xfrm flipH="1">
              <a:off x="8276506" y="740655"/>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2" name="Google Shape;1142;p18"/>
            <p:cNvSpPr/>
            <p:nvPr/>
          </p:nvSpPr>
          <p:spPr>
            <a:xfrm>
              <a:off x="-630123" y="895475"/>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499"/>
        <p:cNvGrpSpPr/>
        <p:nvPr/>
      </p:nvGrpSpPr>
      <p:grpSpPr>
        <a:xfrm>
          <a:off x="0" y="0"/>
          <a:ext cx="0" cy="0"/>
          <a:chOff x="0" y="0"/>
          <a:chExt cx="0" cy="0"/>
        </a:xfrm>
      </p:grpSpPr>
      <p:pic>
        <p:nvPicPr>
          <p:cNvPr id="1500" name="Google Shape;1500;p2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501" name="Google Shape;1501;p23"/>
          <p:cNvSpPr txBox="1">
            <a:spLocks noGrp="1"/>
          </p:cNvSpPr>
          <p:nvPr>
            <p:ph type="ctrTitle"/>
          </p:nvPr>
        </p:nvSpPr>
        <p:spPr>
          <a:xfrm>
            <a:off x="2382250" y="828600"/>
            <a:ext cx="4379400" cy="915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4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02" name="Google Shape;1502;p23"/>
          <p:cNvSpPr txBox="1">
            <a:spLocks noGrp="1"/>
          </p:cNvSpPr>
          <p:nvPr>
            <p:ph type="subTitle" idx="1"/>
          </p:nvPr>
        </p:nvSpPr>
        <p:spPr>
          <a:xfrm>
            <a:off x="2382350" y="1606250"/>
            <a:ext cx="4379400" cy="86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503" name="Google Shape;1503;p23"/>
          <p:cNvSpPr txBox="1"/>
          <p:nvPr/>
        </p:nvSpPr>
        <p:spPr>
          <a:xfrm>
            <a:off x="2382325" y="3030050"/>
            <a:ext cx="4379400" cy="61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000">
                <a:solidFill>
                  <a:schemeClr val="dk1"/>
                </a:solidFill>
                <a:latin typeface="Hanken Grotesk"/>
                <a:ea typeface="Hanken Grotesk"/>
                <a:cs typeface="Hanken Grotesk"/>
                <a:sym typeface="Hanken Grotesk"/>
              </a:rPr>
              <a:t>CREDITS: This presentation template was created by </a:t>
            </a:r>
            <a:r>
              <a:rPr lang="en" sz="1000" b="1" u="sng">
                <a:solidFill>
                  <a:schemeClr val="hlink"/>
                </a:solidFill>
                <a:latin typeface="Hanken Grotesk"/>
                <a:ea typeface="Hanken Grotesk"/>
                <a:cs typeface="Hanken Grotesk"/>
                <a:sym typeface="Hanken Grotesk"/>
                <a:hlinkClick r:id="rId3"/>
              </a:rPr>
              <a:t>Slidesgo</a:t>
            </a:r>
            <a:r>
              <a:rPr lang="en" sz="1000" u="sng">
                <a:solidFill>
                  <a:schemeClr val="dk1"/>
                </a:solidFill>
                <a:latin typeface="Hanken Grotesk"/>
                <a:ea typeface="Hanken Grotesk"/>
                <a:cs typeface="Hanken Grotesk"/>
                <a:sym typeface="Hanken Grotesk"/>
              </a:rPr>
              <a:t>,</a:t>
            </a:r>
            <a:r>
              <a:rPr lang="en" sz="1000">
                <a:solidFill>
                  <a:schemeClr val="dk1"/>
                </a:solidFill>
                <a:latin typeface="Hanken Grotesk"/>
                <a:ea typeface="Hanken Grotesk"/>
                <a:cs typeface="Hanken Grotesk"/>
                <a:sym typeface="Hanken Grotesk"/>
              </a:rPr>
              <a:t> and includes icons by </a:t>
            </a:r>
            <a:r>
              <a:rPr lang="en" sz="1000" b="1" u="sng">
                <a:solidFill>
                  <a:schemeClr val="dk1"/>
                </a:solidFill>
                <a:latin typeface="Hanken Grotesk"/>
                <a:ea typeface="Hanken Grotesk"/>
                <a:cs typeface="Hanken Grotesk"/>
                <a:sym typeface="Hanken Grotesk"/>
                <a:hlinkClick r:id="rId4">
                  <a:extLst>
                    <a:ext uri="{A12FA001-AC4F-418D-AE19-62706E023703}">
                      <ahyp:hlinkClr xmlns:ahyp="http://schemas.microsoft.com/office/drawing/2018/hyperlinkcolor" val="tx"/>
                    </a:ext>
                  </a:extLst>
                </a:hlinkClick>
              </a:rPr>
              <a:t>Flaticon</a:t>
            </a:r>
            <a:r>
              <a:rPr lang="en" sz="1000" u="sng">
                <a:solidFill>
                  <a:schemeClr val="dk1"/>
                </a:solidFill>
                <a:latin typeface="Hanken Grotesk"/>
                <a:ea typeface="Hanken Grotesk"/>
                <a:cs typeface="Hanken Grotesk"/>
                <a:sym typeface="Hanken Grotesk"/>
              </a:rPr>
              <a:t>,</a:t>
            </a:r>
            <a:r>
              <a:rPr lang="en" sz="1000">
                <a:solidFill>
                  <a:schemeClr val="dk1"/>
                </a:solidFill>
                <a:latin typeface="Hanken Grotesk"/>
                <a:ea typeface="Hanken Grotesk"/>
                <a:cs typeface="Hanken Grotesk"/>
                <a:sym typeface="Hanken Grotesk"/>
              </a:rPr>
              <a:t> and infographics &amp; images by </a:t>
            </a:r>
            <a:r>
              <a:rPr lang="en" sz="1000" b="1" u="sng">
                <a:solidFill>
                  <a:schemeClr val="dk1"/>
                </a:solidFill>
                <a:latin typeface="Hanken Grotesk"/>
                <a:ea typeface="Hanken Grotesk"/>
                <a:cs typeface="Hanken Grotesk"/>
                <a:sym typeface="Hanken Grotesk"/>
                <a:hlinkClick r:id="rId5">
                  <a:extLst>
                    <a:ext uri="{A12FA001-AC4F-418D-AE19-62706E023703}">
                      <ahyp:hlinkClr xmlns:ahyp="http://schemas.microsoft.com/office/drawing/2018/hyperlinkcolor" val="tx"/>
                    </a:ext>
                  </a:extLst>
                </a:hlinkClick>
              </a:rPr>
              <a:t>Freepik</a:t>
            </a:r>
            <a:endParaRPr sz="1000" b="1" u="sng">
              <a:solidFill>
                <a:schemeClr val="dk1"/>
              </a:solidFill>
              <a:latin typeface="Hanken Grotesk"/>
              <a:ea typeface="Hanken Grotesk"/>
              <a:cs typeface="Hanken Grotesk"/>
              <a:sym typeface="Hanken Grotesk"/>
            </a:endParaRPr>
          </a:p>
        </p:txBody>
      </p:sp>
      <p:grpSp>
        <p:nvGrpSpPr>
          <p:cNvPr id="1504" name="Google Shape;1504;p23"/>
          <p:cNvGrpSpPr/>
          <p:nvPr/>
        </p:nvGrpSpPr>
        <p:grpSpPr>
          <a:xfrm>
            <a:off x="-42050" y="2618099"/>
            <a:ext cx="13124979" cy="2536684"/>
            <a:chOff x="-42050" y="2618099"/>
            <a:chExt cx="13124979" cy="2536684"/>
          </a:xfrm>
        </p:grpSpPr>
        <p:sp>
          <p:nvSpPr>
            <p:cNvPr id="1505" name="Google Shape;1505;p23"/>
            <p:cNvSpPr/>
            <p:nvPr/>
          </p:nvSpPr>
          <p:spPr>
            <a:xfrm>
              <a:off x="-42050" y="2618099"/>
              <a:ext cx="3916401" cy="2525401"/>
            </a:xfrm>
            <a:custGeom>
              <a:avLst/>
              <a:gdLst/>
              <a:ahLst/>
              <a:cxnLst/>
              <a:rect l="l" t="t" r="r" b="b"/>
              <a:pathLst>
                <a:path w="1200" h="932" extrusionOk="0">
                  <a:moveTo>
                    <a:pt x="1001" y="804"/>
                  </a:moveTo>
                  <a:cubicBezTo>
                    <a:pt x="985" y="804"/>
                    <a:pt x="969" y="806"/>
                    <a:pt x="954" y="809"/>
                  </a:cubicBezTo>
                  <a:cubicBezTo>
                    <a:pt x="924" y="725"/>
                    <a:pt x="843" y="666"/>
                    <a:pt x="749" y="666"/>
                  </a:cubicBezTo>
                  <a:cubicBezTo>
                    <a:pt x="735" y="666"/>
                    <a:pt x="722" y="667"/>
                    <a:pt x="709" y="669"/>
                  </a:cubicBezTo>
                  <a:cubicBezTo>
                    <a:pt x="694" y="653"/>
                    <a:pt x="674" y="641"/>
                    <a:pt x="650" y="640"/>
                  </a:cubicBezTo>
                  <a:cubicBezTo>
                    <a:pt x="652" y="627"/>
                    <a:pt x="654" y="614"/>
                    <a:pt x="654" y="600"/>
                  </a:cubicBezTo>
                  <a:cubicBezTo>
                    <a:pt x="654" y="466"/>
                    <a:pt x="545" y="357"/>
                    <a:pt x="410" y="357"/>
                  </a:cubicBezTo>
                  <a:cubicBezTo>
                    <a:pt x="381" y="357"/>
                    <a:pt x="353" y="362"/>
                    <a:pt x="327" y="372"/>
                  </a:cubicBezTo>
                  <a:cubicBezTo>
                    <a:pt x="316" y="349"/>
                    <a:pt x="298" y="330"/>
                    <a:pt x="276" y="317"/>
                  </a:cubicBezTo>
                  <a:cubicBezTo>
                    <a:pt x="283" y="294"/>
                    <a:pt x="287" y="269"/>
                    <a:pt x="287" y="243"/>
                  </a:cubicBezTo>
                  <a:cubicBezTo>
                    <a:pt x="287" y="109"/>
                    <a:pt x="178" y="0"/>
                    <a:pt x="44" y="0"/>
                  </a:cubicBezTo>
                  <a:cubicBezTo>
                    <a:pt x="29" y="0"/>
                    <a:pt x="14" y="1"/>
                    <a:pt x="0" y="4"/>
                  </a:cubicBezTo>
                  <a:cubicBezTo>
                    <a:pt x="0" y="932"/>
                    <a:pt x="0" y="932"/>
                    <a:pt x="0" y="932"/>
                  </a:cubicBezTo>
                  <a:cubicBezTo>
                    <a:pt x="1200" y="932"/>
                    <a:pt x="1200" y="932"/>
                    <a:pt x="1200" y="932"/>
                  </a:cubicBezTo>
                  <a:cubicBezTo>
                    <a:pt x="1166" y="857"/>
                    <a:pt x="1089" y="804"/>
                    <a:pt x="1001" y="804"/>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6" name="Google Shape;1506;p23"/>
            <p:cNvSpPr/>
            <p:nvPr/>
          </p:nvSpPr>
          <p:spPr>
            <a:xfrm>
              <a:off x="3689650" y="3649259"/>
              <a:ext cx="9393279" cy="1505525"/>
            </a:xfrm>
            <a:custGeom>
              <a:avLst/>
              <a:gdLst/>
              <a:ahLst/>
              <a:cxnLst/>
              <a:rect l="l" t="t" r="r" b="b"/>
              <a:pathLst>
                <a:path w="4072" h="652" extrusionOk="0">
                  <a:moveTo>
                    <a:pt x="4072" y="652"/>
                  </a:moveTo>
                  <a:cubicBezTo>
                    <a:pt x="3284" y="528"/>
                    <a:pt x="2784" y="319"/>
                    <a:pt x="2479" y="138"/>
                  </a:cubicBezTo>
                  <a:cubicBezTo>
                    <a:pt x="2479" y="138"/>
                    <a:pt x="2479" y="138"/>
                    <a:pt x="2479" y="138"/>
                  </a:cubicBezTo>
                  <a:cubicBezTo>
                    <a:pt x="2421" y="131"/>
                    <a:pt x="2368" y="112"/>
                    <a:pt x="2318" y="94"/>
                  </a:cubicBezTo>
                  <a:cubicBezTo>
                    <a:pt x="2268" y="75"/>
                    <a:pt x="2179" y="34"/>
                    <a:pt x="2149" y="25"/>
                  </a:cubicBezTo>
                  <a:cubicBezTo>
                    <a:pt x="2120" y="15"/>
                    <a:pt x="2118" y="55"/>
                    <a:pt x="2061" y="44"/>
                  </a:cubicBezTo>
                  <a:cubicBezTo>
                    <a:pt x="2005" y="32"/>
                    <a:pt x="1936" y="0"/>
                    <a:pt x="1895" y="7"/>
                  </a:cubicBezTo>
                  <a:cubicBezTo>
                    <a:pt x="1872" y="11"/>
                    <a:pt x="1825" y="11"/>
                    <a:pt x="1788" y="9"/>
                  </a:cubicBezTo>
                  <a:cubicBezTo>
                    <a:pt x="1521" y="209"/>
                    <a:pt x="986" y="497"/>
                    <a:pt x="0" y="652"/>
                  </a:cubicBezTo>
                  <a:lnTo>
                    <a:pt x="4072" y="65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07" name="Google Shape;1507;p23"/>
          <p:cNvSpPr/>
          <p:nvPr/>
        </p:nvSpPr>
        <p:spPr>
          <a:xfrm>
            <a:off x="1108588" y="4443425"/>
            <a:ext cx="7612062" cy="700087"/>
          </a:xfrm>
          <a:custGeom>
            <a:avLst/>
            <a:gdLst/>
            <a:ahLst/>
            <a:cxnLst/>
            <a:rect l="l" t="t" r="r" b="b"/>
            <a:pathLst>
              <a:path w="4160" h="382" extrusionOk="0">
                <a:moveTo>
                  <a:pt x="3818" y="18"/>
                </a:moveTo>
                <a:cubicBezTo>
                  <a:pt x="3845" y="18"/>
                  <a:pt x="3845" y="18"/>
                  <a:pt x="3845" y="18"/>
                </a:cubicBezTo>
                <a:cubicBezTo>
                  <a:pt x="3846" y="18"/>
                  <a:pt x="3846" y="18"/>
                  <a:pt x="3846" y="18"/>
                </a:cubicBezTo>
                <a:cubicBezTo>
                  <a:pt x="3950" y="39"/>
                  <a:pt x="4055" y="54"/>
                  <a:pt x="4160" y="63"/>
                </a:cubicBezTo>
                <a:cubicBezTo>
                  <a:pt x="4160" y="63"/>
                  <a:pt x="4160" y="63"/>
                  <a:pt x="4160" y="63"/>
                </a:cubicBezTo>
                <a:cubicBezTo>
                  <a:pt x="4055" y="54"/>
                  <a:pt x="3951" y="38"/>
                  <a:pt x="3847" y="17"/>
                </a:cubicBezTo>
                <a:cubicBezTo>
                  <a:pt x="3848" y="17"/>
                  <a:pt x="3849" y="16"/>
                  <a:pt x="3849" y="15"/>
                </a:cubicBezTo>
                <a:cubicBezTo>
                  <a:pt x="3849" y="13"/>
                  <a:pt x="3847" y="12"/>
                  <a:pt x="3845" y="12"/>
                </a:cubicBezTo>
                <a:cubicBezTo>
                  <a:pt x="3842" y="12"/>
                  <a:pt x="3842" y="12"/>
                  <a:pt x="3842" y="12"/>
                </a:cubicBezTo>
                <a:cubicBezTo>
                  <a:pt x="3842" y="11"/>
                  <a:pt x="3842" y="11"/>
                  <a:pt x="3842" y="11"/>
                </a:cubicBezTo>
                <a:cubicBezTo>
                  <a:pt x="3842" y="8"/>
                  <a:pt x="3842" y="8"/>
                  <a:pt x="3842" y="8"/>
                </a:cubicBezTo>
                <a:cubicBezTo>
                  <a:pt x="3842" y="6"/>
                  <a:pt x="3841" y="5"/>
                  <a:pt x="3839" y="5"/>
                </a:cubicBezTo>
                <a:cubicBezTo>
                  <a:pt x="3837" y="5"/>
                  <a:pt x="3836" y="6"/>
                  <a:pt x="3836" y="8"/>
                </a:cubicBezTo>
                <a:cubicBezTo>
                  <a:pt x="3836" y="11"/>
                  <a:pt x="3836" y="11"/>
                  <a:pt x="3836" y="11"/>
                </a:cubicBezTo>
                <a:cubicBezTo>
                  <a:pt x="3836" y="12"/>
                  <a:pt x="3836" y="12"/>
                  <a:pt x="3836" y="12"/>
                </a:cubicBezTo>
                <a:cubicBezTo>
                  <a:pt x="3828" y="12"/>
                  <a:pt x="3828" y="12"/>
                  <a:pt x="3828" y="12"/>
                </a:cubicBezTo>
                <a:cubicBezTo>
                  <a:pt x="3828" y="11"/>
                  <a:pt x="3828" y="11"/>
                  <a:pt x="3828" y="11"/>
                </a:cubicBezTo>
                <a:cubicBezTo>
                  <a:pt x="3828" y="8"/>
                  <a:pt x="3828" y="8"/>
                  <a:pt x="3828" y="8"/>
                </a:cubicBezTo>
                <a:cubicBezTo>
                  <a:pt x="3828" y="6"/>
                  <a:pt x="3827" y="5"/>
                  <a:pt x="3825" y="5"/>
                </a:cubicBezTo>
                <a:cubicBezTo>
                  <a:pt x="3824" y="5"/>
                  <a:pt x="3822" y="6"/>
                  <a:pt x="3822" y="8"/>
                </a:cubicBezTo>
                <a:cubicBezTo>
                  <a:pt x="3822" y="11"/>
                  <a:pt x="3822" y="11"/>
                  <a:pt x="3822" y="11"/>
                </a:cubicBezTo>
                <a:cubicBezTo>
                  <a:pt x="3822" y="12"/>
                  <a:pt x="3822" y="12"/>
                  <a:pt x="3822" y="12"/>
                </a:cubicBezTo>
                <a:cubicBezTo>
                  <a:pt x="3805" y="12"/>
                  <a:pt x="3805" y="12"/>
                  <a:pt x="3805" y="12"/>
                </a:cubicBezTo>
                <a:cubicBezTo>
                  <a:pt x="3805" y="0"/>
                  <a:pt x="3805" y="0"/>
                  <a:pt x="3805" y="0"/>
                </a:cubicBezTo>
                <a:cubicBezTo>
                  <a:pt x="3797" y="0"/>
                  <a:pt x="3797" y="0"/>
                  <a:pt x="3797" y="0"/>
                </a:cubicBezTo>
                <a:cubicBezTo>
                  <a:pt x="3797" y="12"/>
                  <a:pt x="3797" y="12"/>
                  <a:pt x="3797" y="12"/>
                </a:cubicBezTo>
                <a:cubicBezTo>
                  <a:pt x="3779" y="12"/>
                  <a:pt x="3779" y="12"/>
                  <a:pt x="3779" y="12"/>
                </a:cubicBezTo>
                <a:cubicBezTo>
                  <a:pt x="3780" y="11"/>
                  <a:pt x="3780" y="11"/>
                  <a:pt x="3780" y="11"/>
                </a:cubicBezTo>
                <a:cubicBezTo>
                  <a:pt x="3780" y="8"/>
                  <a:pt x="3780" y="8"/>
                  <a:pt x="3780" y="8"/>
                </a:cubicBezTo>
                <a:cubicBezTo>
                  <a:pt x="3780" y="6"/>
                  <a:pt x="3778" y="5"/>
                  <a:pt x="3776" y="5"/>
                </a:cubicBezTo>
                <a:cubicBezTo>
                  <a:pt x="3775" y="5"/>
                  <a:pt x="3773" y="6"/>
                  <a:pt x="3773" y="8"/>
                </a:cubicBezTo>
                <a:cubicBezTo>
                  <a:pt x="3773" y="11"/>
                  <a:pt x="3773" y="11"/>
                  <a:pt x="3773" y="11"/>
                </a:cubicBezTo>
                <a:cubicBezTo>
                  <a:pt x="3773" y="12"/>
                  <a:pt x="3773" y="12"/>
                  <a:pt x="3773" y="12"/>
                </a:cubicBezTo>
                <a:cubicBezTo>
                  <a:pt x="3766" y="12"/>
                  <a:pt x="3766" y="12"/>
                  <a:pt x="3766" y="12"/>
                </a:cubicBezTo>
                <a:cubicBezTo>
                  <a:pt x="3766" y="11"/>
                  <a:pt x="3766" y="11"/>
                  <a:pt x="3766" y="11"/>
                </a:cubicBezTo>
                <a:cubicBezTo>
                  <a:pt x="3766" y="8"/>
                  <a:pt x="3766" y="8"/>
                  <a:pt x="3766" y="8"/>
                </a:cubicBezTo>
                <a:cubicBezTo>
                  <a:pt x="3766" y="6"/>
                  <a:pt x="3765" y="5"/>
                  <a:pt x="3763" y="5"/>
                </a:cubicBezTo>
                <a:cubicBezTo>
                  <a:pt x="3761" y="5"/>
                  <a:pt x="3760" y="6"/>
                  <a:pt x="3760" y="8"/>
                </a:cubicBezTo>
                <a:cubicBezTo>
                  <a:pt x="3760" y="11"/>
                  <a:pt x="3760" y="11"/>
                  <a:pt x="3760" y="11"/>
                </a:cubicBezTo>
                <a:cubicBezTo>
                  <a:pt x="3760" y="12"/>
                  <a:pt x="3760" y="12"/>
                  <a:pt x="3760" y="12"/>
                </a:cubicBezTo>
                <a:cubicBezTo>
                  <a:pt x="3756" y="12"/>
                  <a:pt x="3756" y="12"/>
                  <a:pt x="3756" y="12"/>
                </a:cubicBezTo>
                <a:cubicBezTo>
                  <a:pt x="3755" y="12"/>
                  <a:pt x="3754" y="12"/>
                  <a:pt x="3753" y="14"/>
                </a:cubicBezTo>
                <a:cubicBezTo>
                  <a:pt x="3753" y="13"/>
                  <a:pt x="3753" y="13"/>
                  <a:pt x="3753" y="13"/>
                </a:cubicBezTo>
                <a:cubicBezTo>
                  <a:pt x="3753" y="14"/>
                  <a:pt x="3753" y="14"/>
                  <a:pt x="3753" y="14"/>
                </a:cubicBezTo>
                <a:cubicBezTo>
                  <a:pt x="3753" y="14"/>
                  <a:pt x="3753" y="14"/>
                  <a:pt x="3753" y="14"/>
                </a:cubicBezTo>
                <a:cubicBezTo>
                  <a:pt x="3753" y="15"/>
                  <a:pt x="3753" y="15"/>
                  <a:pt x="3753" y="15"/>
                </a:cubicBezTo>
                <a:cubicBezTo>
                  <a:pt x="3753" y="15"/>
                  <a:pt x="3753" y="15"/>
                  <a:pt x="3753" y="15"/>
                </a:cubicBezTo>
                <a:cubicBezTo>
                  <a:pt x="3578" y="51"/>
                  <a:pt x="3403" y="71"/>
                  <a:pt x="3227" y="73"/>
                </a:cubicBezTo>
                <a:cubicBezTo>
                  <a:pt x="3051" y="71"/>
                  <a:pt x="2876" y="52"/>
                  <a:pt x="2701" y="16"/>
                </a:cubicBezTo>
                <a:cubicBezTo>
                  <a:pt x="2701" y="15"/>
                  <a:pt x="2701" y="15"/>
                  <a:pt x="2701" y="15"/>
                </a:cubicBezTo>
                <a:cubicBezTo>
                  <a:pt x="2701" y="15"/>
                  <a:pt x="2701" y="15"/>
                  <a:pt x="2701" y="15"/>
                </a:cubicBezTo>
                <a:cubicBezTo>
                  <a:pt x="2702" y="14"/>
                  <a:pt x="2702" y="14"/>
                  <a:pt x="2703" y="14"/>
                </a:cubicBezTo>
                <a:cubicBezTo>
                  <a:pt x="2703" y="13"/>
                  <a:pt x="2703" y="13"/>
                  <a:pt x="2703" y="13"/>
                </a:cubicBezTo>
                <a:cubicBezTo>
                  <a:pt x="2702" y="14"/>
                  <a:pt x="2702" y="14"/>
                  <a:pt x="2701" y="14"/>
                </a:cubicBezTo>
                <a:cubicBezTo>
                  <a:pt x="2701" y="13"/>
                  <a:pt x="2699" y="12"/>
                  <a:pt x="2698" y="12"/>
                </a:cubicBezTo>
                <a:cubicBezTo>
                  <a:pt x="2694" y="12"/>
                  <a:pt x="2694" y="12"/>
                  <a:pt x="2694" y="12"/>
                </a:cubicBezTo>
                <a:cubicBezTo>
                  <a:pt x="2695" y="11"/>
                  <a:pt x="2695" y="11"/>
                  <a:pt x="2695" y="11"/>
                </a:cubicBezTo>
                <a:cubicBezTo>
                  <a:pt x="2695" y="8"/>
                  <a:pt x="2695" y="8"/>
                  <a:pt x="2695" y="8"/>
                </a:cubicBezTo>
                <a:cubicBezTo>
                  <a:pt x="2695" y="6"/>
                  <a:pt x="2693" y="5"/>
                  <a:pt x="2691" y="5"/>
                </a:cubicBezTo>
                <a:cubicBezTo>
                  <a:pt x="2690" y="5"/>
                  <a:pt x="2688" y="6"/>
                  <a:pt x="2688" y="8"/>
                </a:cubicBezTo>
                <a:cubicBezTo>
                  <a:pt x="2688" y="11"/>
                  <a:pt x="2688" y="11"/>
                  <a:pt x="2688" y="11"/>
                </a:cubicBezTo>
                <a:cubicBezTo>
                  <a:pt x="2688" y="12"/>
                  <a:pt x="2688" y="12"/>
                  <a:pt x="2688" y="12"/>
                </a:cubicBezTo>
                <a:cubicBezTo>
                  <a:pt x="2681" y="12"/>
                  <a:pt x="2681" y="12"/>
                  <a:pt x="2681" y="12"/>
                </a:cubicBezTo>
                <a:cubicBezTo>
                  <a:pt x="2681" y="11"/>
                  <a:pt x="2681" y="11"/>
                  <a:pt x="2681" y="11"/>
                </a:cubicBezTo>
                <a:cubicBezTo>
                  <a:pt x="2681" y="8"/>
                  <a:pt x="2681" y="8"/>
                  <a:pt x="2681" y="8"/>
                </a:cubicBezTo>
                <a:cubicBezTo>
                  <a:pt x="2681" y="6"/>
                  <a:pt x="2680" y="5"/>
                  <a:pt x="2678" y="5"/>
                </a:cubicBezTo>
                <a:cubicBezTo>
                  <a:pt x="2676" y="5"/>
                  <a:pt x="2675" y="6"/>
                  <a:pt x="2675" y="8"/>
                </a:cubicBezTo>
                <a:cubicBezTo>
                  <a:pt x="2675" y="11"/>
                  <a:pt x="2675" y="11"/>
                  <a:pt x="2675" y="11"/>
                </a:cubicBezTo>
                <a:cubicBezTo>
                  <a:pt x="2675" y="12"/>
                  <a:pt x="2675" y="12"/>
                  <a:pt x="2675" y="12"/>
                </a:cubicBezTo>
                <a:cubicBezTo>
                  <a:pt x="2657" y="12"/>
                  <a:pt x="2657" y="12"/>
                  <a:pt x="2657" y="12"/>
                </a:cubicBezTo>
                <a:cubicBezTo>
                  <a:pt x="2657" y="0"/>
                  <a:pt x="2657" y="0"/>
                  <a:pt x="2657" y="0"/>
                </a:cubicBezTo>
                <a:cubicBezTo>
                  <a:pt x="2650" y="0"/>
                  <a:pt x="2650" y="0"/>
                  <a:pt x="2650" y="0"/>
                </a:cubicBezTo>
                <a:cubicBezTo>
                  <a:pt x="2650" y="12"/>
                  <a:pt x="2650" y="12"/>
                  <a:pt x="2650" y="12"/>
                </a:cubicBezTo>
                <a:cubicBezTo>
                  <a:pt x="2632" y="12"/>
                  <a:pt x="2632" y="12"/>
                  <a:pt x="2632" y="12"/>
                </a:cubicBezTo>
                <a:cubicBezTo>
                  <a:pt x="2632" y="11"/>
                  <a:pt x="2632" y="11"/>
                  <a:pt x="2632" y="11"/>
                </a:cubicBezTo>
                <a:cubicBezTo>
                  <a:pt x="2632" y="8"/>
                  <a:pt x="2632" y="8"/>
                  <a:pt x="2632" y="8"/>
                </a:cubicBezTo>
                <a:cubicBezTo>
                  <a:pt x="2632" y="6"/>
                  <a:pt x="2631" y="5"/>
                  <a:pt x="2629" y="5"/>
                </a:cubicBezTo>
                <a:cubicBezTo>
                  <a:pt x="2627" y="5"/>
                  <a:pt x="2626" y="6"/>
                  <a:pt x="2626" y="8"/>
                </a:cubicBezTo>
                <a:cubicBezTo>
                  <a:pt x="2626" y="11"/>
                  <a:pt x="2626" y="11"/>
                  <a:pt x="2626" y="11"/>
                </a:cubicBezTo>
                <a:cubicBezTo>
                  <a:pt x="2626" y="12"/>
                  <a:pt x="2626" y="12"/>
                  <a:pt x="2626" y="12"/>
                </a:cubicBezTo>
                <a:cubicBezTo>
                  <a:pt x="2619" y="12"/>
                  <a:pt x="2619" y="12"/>
                  <a:pt x="2619" y="12"/>
                </a:cubicBezTo>
                <a:cubicBezTo>
                  <a:pt x="2619" y="11"/>
                  <a:pt x="2619" y="11"/>
                  <a:pt x="2619" y="11"/>
                </a:cubicBezTo>
                <a:cubicBezTo>
                  <a:pt x="2619" y="8"/>
                  <a:pt x="2619" y="8"/>
                  <a:pt x="2619" y="8"/>
                </a:cubicBezTo>
                <a:cubicBezTo>
                  <a:pt x="2619" y="6"/>
                  <a:pt x="2617" y="5"/>
                  <a:pt x="2616" y="5"/>
                </a:cubicBezTo>
                <a:cubicBezTo>
                  <a:pt x="2614" y="5"/>
                  <a:pt x="2612" y="6"/>
                  <a:pt x="2612" y="8"/>
                </a:cubicBezTo>
                <a:cubicBezTo>
                  <a:pt x="2612" y="11"/>
                  <a:pt x="2612" y="11"/>
                  <a:pt x="2612" y="11"/>
                </a:cubicBezTo>
                <a:cubicBezTo>
                  <a:pt x="2613" y="12"/>
                  <a:pt x="2613" y="12"/>
                  <a:pt x="2613" y="12"/>
                </a:cubicBezTo>
                <a:cubicBezTo>
                  <a:pt x="2609" y="12"/>
                  <a:pt x="2609" y="12"/>
                  <a:pt x="2609" y="12"/>
                </a:cubicBezTo>
                <a:cubicBezTo>
                  <a:pt x="2607" y="12"/>
                  <a:pt x="2606" y="13"/>
                  <a:pt x="2606" y="15"/>
                </a:cubicBezTo>
                <a:cubicBezTo>
                  <a:pt x="2606" y="16"/>
                  <a:pt x="2606" y="17"/>
                  <a:pt x="2607" y="18"/>
                </a:cubicBezTo>
                <a:cubicBezTo>
                  <a:pt x="2437" y="52"/>
                  <a:pt x="2265" y="71"/>
                  <a:pt x="2092" y="73"/>
                </a:cubicBezTo>
                <a:cubicBezTo>
                  <a:pt x="1916" y="71"/>
                  <a:pt x="1739" y="51"/>
                  <a:pt x="1564" y="15"/>
                </a:cubicBezTo>
                <a:cubicBezTo>
                  <a:pt x="1566" y="15"/>
                  <a:pt x="1567" y="14"/>
                  <a:pt x="1569" y="14"/>
                </a:cubicBezTo>
                <a:cubicBezTo>
                  <a:pt x="1568" y="13"/>
                  <a:pt x="1568" y="13"/>
                  <a:pt x="1568" y="13"/>
                </a:cubicBezTo>
                <a:cubicBezTo>
                  <a:pt x="1566" y="14"/>
                  <a:pt x="1564" y="14"/>
                  <a:pt x="1562" y="15"/>
                </a:cubicBezTo>
                <a:cubicBezTo>
                  <a:pt x="1560" y="14"/>
                  <a:pt x="1558" y="14"/>
                  <a:pt x="1556" y="13"/>
                </a:cubicBezTo>
                <a:cubicBezTo>
                  <a:pt x="1556" y="14"/>
                  <a:pt x="1556" y="14"/>
                  <a:pt x="1556" y="14"/>
                </a:cubicBezTo>
                <a:cubicBezTo>
                  <a:pt x="1558" y="14"/>
                  <a:pt x="1559" y="15"/>
                  <a:pt x="1561" y="15"/>
                </a:cubicBezTo>
                <a:cubicBezTo>
                  <a:pt x="1558" y="16"/>
                  <a:pt x="1556" y="16"/>
                  <a:pt x="1553" y="17"/>
                </a:cubicBezTo>
                <a:cubicBezTo>
                  <a:pt x="1554" y="16"/>
                  <a:pt x="1554" y="16"/>
                  <a:pt x="1554" y="15"/>
                </a:cubicBezTo>
                <a:cubicBezTo>
                  <a:pt x="1554" y="13"/>
                  <a:pt x="1553" y="12"/>
                  <a:pt x="1551" y="12"/>
                </a:cubicBezTo>
                <a:cubicBezTo>
                  <a:pt x="1547" y="12"/>
                  <a:pt x="1547" y="12"/>
                  <a:pt x="1547" y="12"/>
                </a:cubicBezTo>
                <a:cubicBezTo>
                  <a:pt x="1547" y="11"/>
                  <a:pt x="1547" y="11"/>
                  <a:pt x="1547" y="11"/>
                </a:cubicBezTo>
                <a:cubicBezTo>
                  <a:pt x="1547" y="8"/>
                  <a:pt x="1547" y="8"/>
                  <a:pt x="1547" y="8"/>
                </a:cubicBezTo>
                <a:cubicBezTo>
                  <a:pt x="1547" y="6"/>
                  <a:pt x="1546" y="5"/>
                  <a:pt x="1544" y="5"/>
                </a:cubicBezTo>
                <a:cubicBezTo>
                  <a:pt x="1542" y="5"/>
                  <a:pt x="1541" y="6"/>
                  <a:pt x="1541" y="8"/>
                </a:cubicBezTo>
                <a:cubicBezTo>
                  <a:pt x="1541" y="11"/>
                  <a:pt x="1541" y="11"/>
                  <a:pt x="1541" y="11"/>
                </a:cubicBezTo>
                <a:cubicBezTo>
                  <a:pt x="1541" y="12"/>
                  <a:pt x="1541" y="12"/>
                  <a:pt x="1541" y="12"/>
                </a:cubicBezTo>
                <a:cubicBezTo>
                  <a:pt x="1534" y="12"/>
                  <a:pt x="1534" y="12"/>
                  <a:pt x="1534" y="12"/>
                </a:cubicBezTo>
                <a:cubicBezTo>
                  <a:pt x="1534" y="11"/>
                  <a:pt x="1534" y="11"/>
                  <a:pt x="1534" y="11"/>
                </a:cubicBezTo>
                <a:cubicBezTo>
                  <a:pt x="1534" y="8"/>
                  <a:pt x="1534" y="8"/>
                  <a:pt x="1534" y="8"/>
                </a:cubicBezTo>
                <a:cubicBezTo>
                  <a:pt x="1534" y="6"/>
                  <a:pt x="1532" y="5"/>
                  <a:pt x="1531" y="5"/>
                </a:cubicBezTo>
                <a:cubicBezTo>
                  <a:pt x="1529" y="5"/>
                  <a:pt x="1527" y="6"/>
                  <a:pt x="1527" y="8"/>
                </a:cubicBezTo>
                <a:cubicBezTo>
                  <a:pt x="1527" y="11"/>
                  <a:pt x="1527" y="11"/>
                  <a:pt x="1527" y="11"/>
                </a:cubicBezTo>
                <a:cubicBezTo>
                  <a:pt x="1528" y="12"/>
                  <a:pt x="1528" y="12"/>
                  <a:pt x="1528" y="12"/>
                </a:cubicBezTo>
                <a:cubicBezTo>
                  <a:pt x="1510" y="12"/>
                  <a:pt x="1510" y="12"/>
                  <a:pt x="1510" y="12"/>
                </a:cubicBezTo>
                <a:cubicBezTo>
                  <a:pt x="1510" y="0"/>
                  <a:pt x="1510" y="0"/>
                  <a:pt x="1510" y="0"/>
                </a:cubicBezTo>
                <a:cubicBezTo>
                  <a:pt x="1502" y="0"/>
                  <a:pt x="1502" y="0"/>
                  <a:pt x="1502" y="0"/>
                </a:cubicBezTo>
                <a:cubicBezTo>
                  <a:pt x="1502" y="12"/>
                  <a:pt x="1502" y="12"/>
                  <a:pt x="1502" y="12"/>
                </a:cubicBezTo>
                <a:cubicBezTo>
                  <a:pt x="1485" y="12"/>
                  <a:pt x="1485" y="12"/>
                  <a:pt x="1485" y="12"/>
                </a:cubicBezTo>
                <a:cubicBezTo>
                  <a:pt x="1485" y="11"/>
                  <a:pt x="1485" y="11"/>
                  <a:pt x="1485" y="11"/>
                </a:cubicBezTo>
                <a:cubicBezTo>
                  <a:pt x="1485" y="8"/>
                  <a:pt x="1485" y="8"/>
                  <a:pt x="1485" y="8"/>
                </a:cubicBezTo>
                <a:cubicBezTo>
                  <a:pt x="1485" y="6"/>
                  <a:pt x="1483" y="5"/>
                  <a:pt x="1482" y="5"/>
                </a:cubicBezTo>
                <a:cubicBezTo>
                  <a:pt x="1480" y="5"/>
                  <a:pt x="1479" y="6"/>
                  <a:pt x="1479" y="8"/>
                </a:cubicBezTo>
                <a:cubicBezTo>
                  <a:pt x="1479" y="11"/>
                  <a:pt x="1479" y="11"/>
                  <a:pt x="1479" y="11"/>
                </a:cubicBezTo>
                <a:cubicBezTo>
                  <a:pt x="1479" y="12"/>
                  <a:pt x="1479" y="12"/>
                  <a:pt x="1479" y="12"/>
                </a:cubicBezTo>
                <a:cubicBezTo>
                  <a:pt x="1471" y="12"/>
                  <a:pt x="1471" y="12"/>
                  <a:pt x="1471" y="12"/>
                </a:cubicBezTo>
                <a:cubicBezTo>
                  <a:pt x="1471" y="11"/>
                  <a:pt x="1471" y="11"/>
                  <a:pt x="1471" y="11"/>
                </a:cubicBezTo>
                <a:cubicBezTo>
                  <a:pt x="1471" y="8"/>
                  <a:pt x="1471" y="8"/>
                  <a:pt x="1471" y="8"/>
                </a:cubicBezTo>
                <a:cubicBezTo>
                  <a:pt x="1471" y="6"/>
                  <a:pt x="1470" y="5"/>
                  <a:pt x="1468" y="5"/>
                </a:cubicBezTo>
                <a:cubicBezTo>
                  <a:pt x="1467" y="5"/>
                  <a:pt x="1465" y="6"/>
                  <a:pt x="1465" y="8"/>
                </a:cubicBezTo>
                <a:cubicBezTo>
                  <a:pt x="1465" y="11"/>
                  <a:pt x="1465" y="11"/>
                  <a:pt x="1465" y="11"/>
                </a:cubicBezTo>
                <a:cubicBezTo>
                  <a:pt x="1465" y="12"/>
                  <a:pt x="1465" y="12"/>
                  <a:pt x="1465" y="12"/>
                </a:cubicBezTo>
                <a:cubicBezTo>
                  <a:pt x="1462" y="12"/>
                  <a:pt x="1462" y="12"/>
                  <a:pt x="1462" y="12"/>
                </a:cubicBezTo>
                <a:cubicBezTo>
                  <a:pt x="1460" y="12"/>
                  <a:pt x="1458" y="13"/>
                  <a:pt x="1458" y="15"/>
                </a:cubicBezTo>
                <a:cubicBezTo>
                  <a:pt x="1458" y="17"/>
                  <a:pt x="1460" y="18"/>
                  <a:pt x="1462" y="18"/>
                </a:cubicBezTo>
                <a:cubicBezTo>
                  <a:pt x="1471" y="18"/>
                  <a:pt x="1471" y="18"/>
                  <a:pt x="1471" y="18"/>
                </a:cubicBezTo>
                <a:cubicBezTo>
                  <a:pt x="1301" y="52"/>
                  <a:pt x="1130" y="71"/>
                  <a:pt x="958" y="73"/>
                </a:cubicBezTo>
                <a:cubicBezTo>
                  <a:pt x="782" y="71"/>
                  <a:pt x="605" y="51"/>
                  <a:pt x="430" y="15"/>
                </a:cubicBezTo>
                <a:cubicBezTo>
                  <a:pt x="431" y="15"/>
                  <a:pt x="433" y="14"/>
                  <a:pt x="434" y="14"/>
                </a:cubicBezTo>
                <a:cubicBezTo>
                  <a:pt x="434" y="13"/>
                  <a:pt x="434" y="13"/>
                  <a:pt x="434" y="13"/>
                </a:cubicBezTo>
                <a:cubicBezTo>
                  <a:pt x="432" y="14"/>
                  <a:pt x="430" y="14"/>
                  <a:pt x="428" y="15"/>
                </a:cubicBezTo>
                <a:cubicBezTo>
                  <a:pt x="426" y="14"/>
                  <a:pt x="424" y="14"/>
                  <a:pt x="422" y="13"/>
                </a:cubicBezTo>
                <a:cubicBezTo>
                  <a:pt x="422" y="14"/>
                  <a:pt x="422" y="14"/>
                  <a:pt x="422" y="14"/>
                </a:cubicBezTo>
                <a:cubicBezTo>
                  <a:pt x="423" y="14"/>
                  <a:pt x="425" y="15"/>
                  <a:pt x="426" y="15"/>
                </a:cubicBezTo>
                <a:cubicBezTo>
                  <a:pt x="414" y="18"/>
                  <a:pt x="403" y="20"/>
                  <a:pt x="391" y="22"/>
                </a:cubicBezTo>
                <a:cubicBezTo>
                  <a:pt x="384" y="21"/>
                  <a:pt x="377" y="19"/>
                  <a:pt x="370" y="18"/>
                </a:cubicBezTo>
                <a:cubicBezTo>
                  <a:pt x="403" y="18"/>
                  <a:pt x="403" y="18"/>
                  <a:pt x="403" y="18"/>
                </a:cubicBezTo>
                <a:cubicBezTo>
                  <a:pt x="405" y="18"/>
                  <a:pt x="407" y="17"/>
                  <a:pt x="407" y="15"/>
                </a:cubicBezTo>
                <a:cubicBezTo>
                  <a:pt x="407" y="13"/>
                  <a:pt x="405" y="12"/>
                  <a:pt x="403" y="12"/>
                </a:cubicBezTo>
                <a:cubicBezTo>
                  <a:pt x="400" y="12"/>
                  <a:pt x="400" y="12"/>
                  <a:pt x="400" y="12"/>
                </a:cubicBezTo>
                <a:cubicBezTo>
                  <a:pt x="400" y="11"/>
                  <a:pt x="400" y="11"/>
                  <a:pt x="400" y="11"/>
                </a:cubicBezTo>
                <a:cubicBezTo>
                  <a:pt x="400" y="8"/>
                  <a:pt x="400" y="8"/>
                  <a:pt x="400" y="8"/>
                </a:cubicBezTo>
                <a:cubicBezTo>
                  <a:pt x="400" y="6"/>
                  <a:pt x="398" y="5"/>
                  <a:pt x="397" y="5"/>
                </a:cubicBezTo>
                <a:cubicBezTo>
                  <a:pt x="395" y="5"/>
                  <a:pt x="394" y="6"/>
                  <a:pt x="394" y="8"/>
                </a:cubicBezTo>
                <a:cubicBezTo>
                  <a:pt x="394" y="11"/>
                  <a:pt x="394" y="11"/>
                  <a:pt x="394" y="11"/>
                </a:cubicBezTo>
                <a:cubicBezTo>
                  <a:pt x="394" y="12"/>
                  <a:pt x="394" y="12"/>
                  <a:pt x="394" y="12"/>
                </a:cubicBezTo>
                <a:cubicBezTo>
                  <a:pt x="386" y="12"/>
                  <a:pt x="386" y="12"/>
                  <a:pt x="386" y="12"/>
                </a:cubicBezTo>
                <a:cubicBezTo>
                  <a:pt x="386" y="11"/>
                  <a:pt x="386" y="11"/>
                  <a:pt x="386" y="11"/>
                </a:cubicBezTo>
                <a:cubicBezTo>
                  <a:pt x="386" y="8"/>
                  <a:pt x="386" y="8"/>
                  <a:pt x="386" y="8"/>
                </a:cubicBezTo>
                <a:cubicBezTo>
                  <a:pt x="386" y="6"/>
                  <a:pt x="385" y="5"/>
                  <a:pt x="383" y="5"/>
                </a:cubicBezTo>
                <a:cubicBezTo>
                  <a:pt x="382" y="5"/>
                  <a:pt x="380" y="6"/>
                  <a:pt x="380" y="8"/>
                </a:cubicBezTo>
                <a:cubicBezTo>
                  <a:pt x="380" y="11"/>
                  <a:pt x="380" y="11"/>
                  <a:pt x="380" y="11"/>
                </a:cubicBezTo>
                <a:cubicBezTo>
                  <a:pt x="380" y="12"/>
                  <a:pt x="380" y="12"/>
                  <a:pt x="380" y="12"/>
                </a:cubicBezTo>
                <a:cubicBezTo>
                  <a:pt x="363" y="12"/>
                  <a:pt x="363" y="12"/>
                  <a:pt x="363" y="12"/>
                </a:cubicBezTo>
                <a:cubicBezTo>
                  <a:pt x="363" y="0"/>
                  <a:pt x="363" y="0"/>
                  <a:pt x="363" y="0"/>
                </a:cubicBezTo>
                <a:cubicBezTo>
                  <a:pt x="355" y="0"/>
                  <a:pt x="355" y="0"/>
                  <a:pt x="355" y="0"/>
                </a:cubicBezTo>
                <a:cubicBezTo>
                  <a:pt x="355" y="12"/>
                  <a:pt x="355" y="12"/>
                  <a:pt x="355" y="12"/>
                </a:cubicBezTo>
                <a:cubicBezTo>
                  <a:pt x="337" y="12"/>
                  <a:pt x="337" y="12"/>
                  <a:pt x="337" y="12"/>
                </a:cubicBezTo>
                <a:cubicBezTo>
                  <a:pt x="337" y="11"/>
                  <a:pt x="337" y="11"/>
                  <a:pt x="337" y="11"/>
                </a:cubicBezTo>
                <a:cubicBezTo>
                  <a:pt x="337" y="8"/>
                  <a:pt x="337" y="8"/>
                  <a:pt x="337" y="8"/>
                </a:cubicBezTo>
                <a:cubicBezTo>
                  <a:pt x="337" y="6"/>
                  <a:pt x="336" y="5"/>
                  <a:pt x="334" y="5"/>
                </a:cubicBezTo>
                <a:cubicBezTo>
                  <a:pt x="333" y="5"/>
                  <a:pt x="331" y="6"/>
                  <a:pt x="331" y="8"/>
                </a:cubicBezTo>
                <a:cubicBezTo>
                  <a:pt x="331" y="11"/>
                  <a:pt x="331" y="11"/>
                  <a:pt x="331" y="11"/>
                </a:cubicBezTo>
                <a:cubicBezTo>
                  <a:pt x="331" y="12"/>
                  <a:pt x="331" y="12"/>
                  <a:pt x="331" y="12"/>
                </a:cubicBezTo>
                <a:cubicBezTo>
                  <a:pt x="324" y="12"/>
                  <a:pt x="324" y="12"/>
                  <a:pt x="324" y="12"/>
                </a:cubicBezTo>
                <a:cubicBezTo>
                  <a:pt x="324" y="11"/>
                  <a:pt x="324" y="11"/>
                  <a:pt x="324" y="11"/>
                </a:cubicBezTo>
                <a:cubicBezTo>
                  <a:pt x="324" y="8"/>
                  <a:pt x="324" y="8"/>
                  <a:pt x="324" y="8"/>
                </a:cubicBezTo>
                <a:cubicBezTo>
                  <a:pt x="324" y="6"/>
                  <a:pt x="323" y="5"/>
                  <a:pt x="321" y="5"/>
                </a:cubicBezTo>
                <a:cubicBezTo>
                  <a:pt x="319" y="5"/>
                  <a:pt x="318" y="6"/>
                  <a:pt x="318" y="8"/>
                </a:cubicBezTo>
                <a:cubicBezTo>
                  <a:pt x="318" y="11"/>
                  <a:pt x="318" y="11"/>
                  <a:pt x="318" y="11"/>
                </a:cubicBezTo>
                <a:cubicBezTo>
                  <a:pt x="318" y="12"/>
                  <a:pt x="318" y="12"/>
                  <a:pt x="318" y="12"/>
                </a:cubicBezTo>
                <a:cubicBezTo>
                  <a:pt x="314" y="12"/>
                  <a:pt x="314" y="12"/>
                  <a:pt x="314" y="12"/>
                </a:cubicBezTo>
                <a:cubicBezTo>
                  <a:pt x="312" y="12"/>
                  <a:pt x="311" y="13"/>
                  <a:pt x="311" y="15"/>
                </a:cubicBezTo>
                <a:cubicBezTo>
                  <a:pt x="311" y="17"/>
                  <a:pt x="312" y="18"/>
                  <a:pt x="314" y="18"/>
                </a:cubicBezTo>
                <a:cubicBezTo>
                  <a:pt x="337" y="18"/>
                  <a:pt x="337" y="18"/>
                  <a:pt x="337" y="18"/>
                </a:cubicBezTo>
                <a:cubicBezTo>
                  <a:pt x="225" y="41"/>
                  <a:pt x="112" y="56"/>
                  <a:pt x="0" y="65"/>
                </a:cubicBezTo>
                <a:cubicBezTo>
                  <a:pt x="0" y="66"/>
                  <a:pt x="0" y="66"/>
                  <a:pt x="0" y="66"/>
                </a:cubicBezTo>
                <a:cubicBezTo>
                  <a:pt x="114" y="57"/>
                  <a:pt x="227" y="41"/>
                  <a:pt x="340" y="18"/>
                </a:cubicBezTo>
                <a:cubicBezTo>
                  <a:pt x="355" y="18"/>
                  <a:pt x="355" y="18"/>
                  <a:pt x="355" y="18"/>
                </a:cubicBezTo>
                <a:cubicBezTo>
                  <a:pt x="355" y="29"/>
                  <a:pt x="355" y="29"/>
                  <a:pt x="355" y="29"/>
                </a:cubicBezTo>
                <a:cubicBezTo>
                  <a:pt x="237" y="50"/>
                  <a:pt x="118" y="64"/>
                  <a:pt x="0" y="70"/>
                </a:cubicBezTo>
                <a:cubicBezTo>
                  <a:pt x="0" y="71"/>
                  <a:pt x="0" y="71"/>
                  <a:pt x="0" y="71"/>
                </a:cubicBezTo>
                <a:cubicBezTo>
                  <a:pt x="118" y="65"/>
                  <a:pt x="237" y="51"/>
                  <a:pt x="355" y="29"/>
                </a:cubicBezTo>
                <a:cubicBezTo>
                  <a:pt x="355" y="382"/>
                  <a:pt x="355" y="382"/>
                  <a:pt x="355" y="382"/>
                </a:cubicBezTo>
                <a:cubicBezTo>
                  <a:pt x="363" y="382"/>
                  <a:pt x="363" y="382"/>
                  <a:pt x="363" y="382"/>
                </a:cubicBezTo>
                <a:cubicBezTo>
                  <a:pt x="363" y="28"/>
                  <a:pt x="363" y="28"/>
                  <a:pt x="363" y="28"/>
                </a:cubicBezTo>
                <a:cubicBezTo>
                  <a:pt x="372" y="26"/>
                  <a:pt x="381" y="25"/>
                  <a:pt x="391" y="23"/>
                </a:cubicBezTo>
                <a:cubicBezTo>
                  <a:pt x="567" y="57"/>
                  <a:pt x="745" y="74"/>
                  <a:pt x="921" y="74"/>
                </a:cubicBezTo>
                <a:cubicBezTo>
                  <a:pt x="933" y="74"/>
                  <a:pt x="946" y="74"/>
                  <a:pt x="958" y="74"/>
                </a:cubicBezTo>
                <a:cubicBezTo>
                  <a:pt x="970" y="74"/>
                  <a:pt x="983" y="74"/>
                  <a:pt x="995" y="74"/>
                </a:cubicBezTo>
                <a:cubicBezTo>
                  <a:pt x="1164" y="74"/>
                  <a:pt x="1334" y="58"/>
                  <a:pt x="1502" y="27"/>
                </a:cubicBezTo>
                <a:cubicBezTo>
                  <a:pt x="1502" y="382"/>
                  <a:pt x="1502" y="382"/>
                  <a:pt x="1502" y="382"/>
                </a:cubicBezTo>
                <a:cubicBezTo>
                  <a:pt x="1510" y="382"/>
                  <a:pt x="1510" y="382"/>
                  <a:pt x="1510" y="382"/>
                </a:cubicBezTo>
                <a:cubicBezTo>
                  <a:pt x="1510" y="26"/>
                  <a:pt x="1510" y="26"/>
                  <a:pt x="1510" y="26"/>
                </a:cubicBezTo>
                <a:cubicBezTo>
                  <a:pt x="1515" y="25"/>
                  <a:pt x="1520" y="24"/>
                  <a:pt x="1525" y="23"/>
                </a:cubicBezTo>
                <a:cubicBezTo>
                  <a:pt x="1701" y="57"/>
                  <a:pt x="1879" y="74"/>
                  <a:pt x="2055" y="74"/>
                </a:cubicBezTo>
                <a:cubicBezTo>
                  <a:pt x="2068" y="74"/>
                  <a:pt x="2080" y="74"/>
                  <a:pt x="2092" y="74"/>
                </a:cubicBezTo>
                <a:cubicBezTo>
                  <a:pt x="2105" y="74"/>
                  <a:pt x="2117" y="74"/>
                  <a:pt x="2130" y="74"/>
                </a:cubicBezTo>
                <a:cubicBezTo>
                  <a:pt x="2302" y="74"/>
                  <a:pt x="2477" y="57"/>
                  <a:pt x="2650" y="25"/>
                </a:cubicBezTo>
                <a:cubicBezTo>
                  <a:pt x="2650" y="382"/>
                  <a:pt x="2650" y="382"/>
                  <a:pt x="2650" y="382"/>
                </a:cubicBezTo>
                <a:cubicBezTo>
                  <a:pt x="2657" y="382"/>
                  <a:pt x="2657" y="382"/>
                  <a:pt x="2657" y="382"/>
                </a:cubicBezTo>
                <a:cubicBezTo>
                  <a:pt x="2657" y="23"/>
                  <a:pt x="2657" y="23"/>
                  <a:pt x="2657" y="23"/>
                </a:cubicBezTo>
                <a:cubicBezTo>
                  <a:pt x="2658" y="23"/>
                  <a:pt x="2659" y="23"/>
                  <a:pt x="2660" y="23"/>
                </a:cubicBezTo>
                <a:cubicBezTo>
                  <a:pt x="2835" y="57"/>
                  <a:pt x="3013" y="74"/>
                  <a:pt x="3190" y="74"/>
                </a:cubicBezTo>
                <a:cubicBezTo>
                  <a:pt x="3202" y="74"/>
                  <a:pt x="3214" y="74"/>
                  <a:pt x="3227" y="74"/>
                </a:cubicBezTo>
                <a:cubicBezTo>
                  <a:pt x="3239" y="74"/>
                  <a:pt x="3252" y="74"/>
                  <a:pt x="3264" y="74"/>
                </a:cubicBezTo>
                <a:cubicBezTo>
                  <a:pt x="3441" y="74"/>
                  <a:pt x="3619" y="57"/>
                  <a:pt x="3795" y="23"/>
                </a:cubicBezTo>
                <a:cubicBezTo>
                  <a:pt x="3796" y="23"/>
                  <a:pt x="3796" y="23"/>
                  <a:pt x="3797" y="23"/>
                </a:cubicBezTo>
                <a:cubicBezTo>
                  <a:pt x="3797" y="382"/>
                  <a:pt x="3797" y="382"/>
                  <a:pt x="3797" y="382"/>
                </a:cubicBezTo>
                <a:cubicBezTo>
                  <a:pt x="3805" y="382"/>
                  <a:pt x="3805" y="382"/>
                  <a:pt x="3805" y="382"/>
                </a:cubicBezTo>
                <a:cubicBezTo>
                  <a:pt x="3805" y="24"/>
                  <a:pt x="3805" y="24"/>
                  <a:pt x="3805" y="24"/>
                </a:cubicBezTo>
                <a:cubicBezTo>
                  <a:pt x="3922" y="47"/>
                  <a:pt x="4041" y="62"/>
                  <a:pt x="4160" y="69"/>
                </a:cubicBezTo>
                <a:cubicBezTo>
                  <a:pt x="4160" y="68"/>
                  <a:pt x="4160" y="68"/>
                  <a:pt x="4160" y="68"/>
                </a:cubicBezTo>
                <a:cubicBezTo>
                  <a:pt x="4041" y="61"/>
                  <a:pt x="3923" y="46"/>
                  <a:pt x="3805" y="24"/>
                </a:cubicBezTo>
                <a:cubicBezTo>
                  <a:pt x="3805" y="21"/>
                  <a:pt x="3805" y="21"/>
                  <a:pt x="3805" y="21"/>
                </a:cubicBezTo>
                <a:cubicBezTo>
                  <a:pt x="3809" y="20"/>
                  <a:pt x="3813" y="19"/>
                  <a:pt x="3818" y="18"/>
                </a:cubicBezTo>
                <a:close/>
                <a:moveTo>
                  <a:pt x="363" y="27"/>
                </a:moveTo>
                <a:cubicBezTo>
                  <a:pt x="363" y="18"/>
                  <a:pt x="363" y="18"/>
                  <a:pt x="363" y="18"/>
                </a:cubicBezTo>
                <a:cubicBezTo>
                  <a:pt x="367" y="18"/>
                  <a:pt x="367" y="18"/>
                  <a:pt x="367" y="18"/>
                </a:cubicBezTo>
                <a:cubicBezTo>
                  <a:pt x="374" y="20"/>
                  <a:pt x="382" y="21"/>
                  <a:pt x="389" y="23"/>
                </a:cubicBezTo>
                <a:cubicBezTo>
                  <a:pt x="380" y="24"/>
                  <a:pt x="371" y="26"/>
                  <a:pt x="363" y="27"/>
                </a:cubicBezTo>
                <a:close/>
                <a:moveTo>
                  <a:pt x="393" y="23"/>
                </a:moveTo>
                <a:cubicBezTo>
                  <a:pt x="404" y="20"/>
                  <a:pt x="416" y="18"/>
                  <a:pt x="428" y="15"/>
                </a:cubicBezTo>
                <a:cubicBezTo>
                  <a:pt x="593" y="50"/>
                  <a:pt x="761" y="69"/>
                  <a:pt x="927" y="73"/>
                </a:cubicBezTo>
                <a:cubicBezTo>
                  <a:pt x="749" y="74"/>
                  <a:pt x="570" y="57"/>
                  <a:pt x="393" y="23"/>
                </a:cubicBezTo>
                <a:close/>
                <a:moveTo>
                  <a:pt x="989" y="73"/>
                </a:moveTo>
                <a:cubicBezTo>
                  <a:pt x="1151" y="69"/>
                  <a:pt x="1314" y="51"/>
                  <a:pt x="1475" y="18"/>
                </a:cubicBezTo>
                <a:cubicBezTo>
                  <a:pt x="1501" y="18"/>
                  <a:pt x="1501" y="18"/>
                  <a:pt x="1501" y="18"/>
                </a:cubicBezTo>
                <a:cubicBezTo>
                  <a:pt x="1502" y="18"/>
                  <a:pt x="1502" y="18"/>
                  <a:pt x="1502" y="18"/>
                </a:cubicBezTo>
                <a:cubicBezTo>
                  <a:pt x="1502" y="26"/>
                  <a:pt x="1502" y="26"/>
                  <a:pt x="1502" y="26"/>
                </a:cubicBezTo>
                <a:cubicBezTo>
                  <a:pt x="1332" y="58"/>
                  <a:pt x="1160" y="74"/>
                  <a:pt x="989" y="73"/>
                </a:cubicBezTo>
                <a:close/>
                <a:moveTo>
                  <a:pt x="1510" y="25"/>
                </a:moveTo>
                <a:cubicBezTo>
                  <a:pt x="1510" y="20"/>
                  <a:pt x="1510" y="20"/>
                  <a:pt x="1510" y="20"/>
                </a:cubicBezTo>
                <a:cubicBezTo>
                  <a:pt x="1514" y="21"/>
                  <a:pt x="1519" y="22"/>
                  <a:pt x="1523" y="23"/>
                </a:cubicBezTo>
                <a:cubicBezTo>
                  <a:pt x="1519" y="23"/>
                  <a:pt x="1514" y="24"/>
                  <a:pt x="1510" y="25"/>
                </a:cubicBezTo>
                <a:close/>
                <a:moveTo>
                  <a:pt x="1510" y="19"/>
                </a:moveTo>
                <a:cubicBezTo>
                  <a:pt x="1510" y="18"/>
                  <a:pt x="1510" y="18"/>
                  <a:pt x="1510" y="18"/>
                </a:cubicBezTo>
                <a:cubicBezTo>
                  <a:pt x="1546" y="18"/>
                  <a:pt x="1546" y="18"/>
                  <a:pt x="1546" y="18"/>
                </a:cubicBezTo>
                <a:cubicBezTo>
                  <a:pt x="1539" y="19"/>
                  <a:pt x="1532" y="21"/>
                  <a:pt x="1525" y="22"/>
                </a:cubicBezTo>
                <a:cubicBezTo>
                  <a:pt x="1520" y="21"/>
                  <a:pt x="1515" y="20"/>
                  <a:pt x="1510" y="19"/>
                </a:cubicBezTo>
                <a:close/>
                <a:moveTo>
                  <a:pt x="1527" y="23"/>
                </a:moveTo>
                <a:cubicBezTo>
                  <a:pt x="1534" y="21"/>
                  <a:pt x="1542" y="20"/>
                  <a:pt x="1549" y="18"/>
                </a:cubicBezTo>
                <a:cubicBezTo>
                  <a:pt x="1551" y="18"/>
                  <a:pt x="1551" y="18"/>
                  <a:pt x="1551" y="18"/>
                </a:cubicBezTo>
                <a:cubicBezTo>
                  <a:pt x="1551" y="18"/>
                  <a:pt x="1552" y="18"/>
                  <a:pt x="1553" y="17"/>
                </a:cubicBezTo>
                <a:cubicBezTo>
                  <a:pt x="1556" y="17"/>
                  <a:pt x="1559" y="16"/>
                  <a:pt x="1562" y="15"/>
                </a:cubicBezTo>
                <a:cubicBezTo>
                  <a:pt x="1728" y="50"/>
                  <a:pt x="1895" y="69"/>
                  <a:pt x="2062" y="73"/>
                </a:cubicBezTo>
                <a:cubicBezTo>
                  <a:pt x="1883" y="74"/>
                  <a:pt x="1705" y="57"/>
                  <a:pt x="1527" y="23"/>
                </a:cubicBezTo>
                <a:close/>
                <a:moveTo>
                  <a:pt x="2650" y="20"/>
                </a:moveTo>
                <a:cubicBezTo>
                  <a:pt x="2646" y="20"/>
                  <a:pt x="2643" y="19"/>
                  <a:pt x="2639" y="18"/>
                </a:cubicBezTo>
                <a:cubicBezTo>
                  <a:pt x="2650" y="18"/>
                  <a:pt x="2650" y="18"/>
                  <a:pt x="2650" y="18"/>
                </a:cubicBezTo>
                <a:lnTo>
                  <a:pt x="2650" y="20"/>
                </a:lnTo>
                <a:close/>
                <a:moveTo>
                  <a:pt x="2123" y="73"/>
                </a:moveTo>
                <a:cubicBezTo>
                  <a:pt x="2285" y="69"/>
                  <a:pt x="2448" y="51"/>
                  <a:pt x="2609" y="18"/>
                </a:cubicBezTo>
                <a:cubicBezTo>
                  <a:pt x="2636" y="18"/>
                  <a:pt x="2636" y="18"/>
                  <a:pt x="2636" y="18"/>
                </a:cubicBezTo>
                <a:cubicBezTo>
                  <a:pt x="2640" y="19"/>
                  <a:pt x="2645" y="20"/>
                  <a:pt x="2650" y="21"/>
                </a:cubicBezTo>
                <a:cubicBezTo>
                  <a:pt x="2650" y="24"/>
                  <a:pt x="2650" y="24"/>
                  <a:pt x="2650" y="24"/>
                </a:cubicBezTo>
                <a:cubicBezTo>
                  <a:pt x="2475" y="57"/>
                  <a:pt x="2299" y="74"/>
                  <a:pt x="2123" y="73"/>
                </a:cubicBezTo>
                <a:close/>
                <a:moveTo>
                  <a:pt x="2657" y="23"/>
                </a:moveTo>
                <a:cubicBezTo>
                  <a:pt x="2657" y="22"/>
                  <a:pt x="2657" y="22"/>
                  <a:pt x="2657" y="22"/>
                </a:cubicBezTo>
                <a:cubicBezTo>
                  <a:pt x="2658" y="23"/>
                  <a:pt x="2658" y="23"/>
                  <a:pt x="2658" y="23"/>
                </a:cubicBezTo>
                <a:lnTo>
                  <a:pt x="2657" y="23"/>
                </a:lnTo>
                <a:close/>
                <a:moveTo>
                  <a:pt x="2657" y="22"/>
                </a:moveTo>
                <a:cubicBezTo>
                  <a:pt x="2657" y="18"/>
                  <a:pt x="2657" y="18"/>
                  <a:pt x="2657" y="18"/>
                </a:cubicBezTo>
                <a:cubicBezTo>
                  <a:pt x="2680" y="18"/>
                  <a:pt x="2680" y="18"/>
                  <a:pt x="2680" y="18"/>
                </a:cubicBezTo>
                <a:cubicBezTo>
                  <a:pt x="2673" y="19"/>
                  <a:pt x="2666" y="21"/>
                  <a:pt x="2660" y="22"/>
                </a:cubicBezTo>
                <a:cubicBezTo>
                  <a:pt x="2659" y="22"/>
                  <a:pt x="2658" y="22"/>
                  <a:pt x="2657" y="22"/>
                </a:cubicBezTo>
                <a:close/>
                <a:moveTo>
                  <a:pt x="2661" y="23"/>
                </a:moveTo>
                <a:cubicBezTo>
                  <a:pt x="2669" y="21"/>
                  <a:pt x="2676" y="20"/>
                  <a:pt x="2684" y="18"/>
                </a:cubicBezTo>
                <a:cubicBezTo>
                  <a:pt x="2698" y="18"/>
                  <a:pt x="2698" y="18"/>
                  <a:pt x="2698" y="18"/>
                </a:cubicBezTo>
                <a:cubicBezTo>
                  <a:pt x="2699" y="18"/>
                  <a:pt x="2700" y="17"/>
                  <a:pt x="2701" y="16"/>
                </a:cubicBezTo>
                <a:cubicBezTo>
                  <a:pt x="2865" y="50"/>
                  <a:pt x="3031" y="69"/>
                  <a:pt x="3196" y="73"/>
                </a:cubicBezTo>
                <a:cubicBezTo>
                  <a:pt x="3018" y="74"/>
                  <a:pt x="2839" y="57"/>
                  <a:pt x="2661" y="23"/>
                </a:cubicBezTo>
                <a:close/>
                <a:moveTo>
                  <a:pt x="3814" y="18"/>
                </a:moveTo>
                <a:cubicBezTo>
                  <a:pt x="3811" y="19"/>
                  <a:pt x="3808" y="19"/>
                  <a:pt x="3805" y="20"/>
                </a:cubicBezTo>
                <a:cubicBezTo>
                  <a:pt x="3805" y="18"/>
                  <a:pt x="3805" y="18"/>
                  <a:pt x="3805" y="18"/>
                </a:cubicBezTo>
                <a:lnTo>
                  <a:pt x="3814" y="18"/>
                </a:lnTo>
                <a:close/>
                <a:moveTo>
                  <a:pt x="3258" y="73"/>
                </a:moveTo>
                <a:cubicBezTo>
                  <a:pt x="3423" y="69"/>
                  <a:pt x="3589" y="50"/>
                  <a:pt x="3753" y="16"/>
                </a:cubicBezTo>
                <a:cubicBezTo>
                  <a:pt x="3754" y="17"/>
                  <a:pt x="3755" y="18"/>
                  <a:pt x="3756" y="18"/>
                </a:cubicBezTo>
                <a:cubicBezTo>
                  <a:pt x="3773" y="18"/>
                  <a:pt x="3773" y="18"/>
                  <a:pt x="3773" y="18"/>
                </a:cubicBezTo>
                <a:cubicBezTo>
                  <a:pt x="3779" y="20"/>
                  <a:pt x="3786" y="21"/>
                  <a:pt x="3793" y="22"/>
                </a:cubicBezTo>
                <a:cubicBezTo>
                  <a:pt x="3615" y="57"/>
                  <a:pt x="3437" y="74"/>
                  <a:pt x="3258" y="73"/>
                </a:cubicBezTo>
                <a:close/>
                <a:moveTo>
                  <a:pt x="3776" y="18"/>
                </a:moveTo>
                <a:cubicBezTo>
                  <a:pt x="3797" y="18"/>
                  <a:pt x="3797" y="18"/>
                  <a:pt x="3797" y="18"/>
                </a:cubicBezTo>
                <a:cubicBezTo>
                  <a:pt x="3797" y="22"/>
                  <a:pt x="3797" y="22"/>
                  <a:pt x="3797" y="22"/>
                </a:cubicBezTo>
                <a:cubicBezTo>
                  <a:pt x="3796" y="22"/>
                  <a:pt x="3796" y="22"/>
                  <a:pt x="3795" y="22"/>
                </a:cubicBezTo>
                <a:cubicBezTo>
                  <a:pt x="3789" y="21"/>
                  <a:pt x="3782" y="19"/>
                  <a:pt x="3776" y="18"/>
                </a:cubicBezTo>
                <a:close/>
                <a:moveTo>
                  <a:pt x="3797" y="22"/>
                </a:moveTo>
                <a:cubicBezTo>
                  <a:pt x="3797" y="22"/>
                  <a:pt x="3797" y="22"/>
                  <a:pt x="3797" y="22"/>
                </a:cubicBezTo>
                <a:cubicBezTo>
                  <a:pt x="3797" y="22"/>
                  <a:pt x="3797" y="22"/>
                  <a:pt x="3797" y="2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08" name="Google Shape;1508;p23"/>
          <p:cNvGrpSpPr/>
          <p:nvPr/>
        </p:nvGrpSpPr>
        <p:grpSpPr>
          <a:xfrm>
            <a:off x="6317501" y="3564403"/>
            <a:ext cx="2984673" cy="1579096"/>
            <a:chOff x="6317501" y="3564403"/>
            <a:chExt cx="2984673" cy="1579096"/>
          </a:xfrm>
        </p:grpSpPr>
        <p:sp>
          <p:nvSpPr>
            <p:cNvPr id="1509" name="Google Shape;1509;p23"/>
            <p:cNvSpPr/>
            <p:nvPr/>
          </p:nvSpPr>
          <p:spPr>
            <a:xfrm>
              <a:off x="6317501" y="4555725"/>
              <a:ext cx="2984673" cy="587775"/>
            </a:xfrm>
            <a:custGeom>
              <a:avLst/>
              <a:gdLst/>
              <a:ahLst/>
              <a:cxnLst/>
              <a:rect l="l" t="t" r="r" b="b"/>
              <a:pathLst>
                <a:path w="1835" h="361" extrusionOk="0">
                  <a:moveTo>
                    <a:pt x="25" y="341"/>
                  </a:moveTo>
                  <a:cubicBezTo>
                    <a:pt x="19" y="344"/>
                    <a:pt x="6" y="351"/>
                    <a:pt x="0" y="361"/>
                  </a:cubicBezTo>
                  <a:cubicBezTo>
                    <a:pt x="1835" y="361"/>
                    <a:pt x="1835" y="361"/>
                    <a:pt x="1835" y="361"/>
                  </a:cubicBezTo>
                  <a:cubicBezTo>
                    <a:pt x="1835" y="21"/>
                    <a:pt x="1835" y="21"/>
                    <a:pt x="1835" y="21"/>
                  </a:cubicBezTo>
                  <a:cubicBezTo>
                    <a:pt x="1826" y="22"/>
                    <a:pt x="1817" y="25"/>
                    <a:pt x="1810" y="31"/>
                  </a:cubicBezTo>
                  <a:cubicBezTo>
                    <a:pt x="1804" y="14"/>
                    <a:pt x="1792" y="0"/>
                    <a:pt x="1792" y="0"/>
                  </a:cubicBezTo>
                  <a:cubicBezTo>
                    <a:pt x="1792" y="0"/>
                    <a:pt x="1781" y="10"/>
                    <a:pt x="1773" y="23"/>
                  </a:cubicBezTo>
                  <a:cubicBezTo>
                    <a:pt x="1765" y="25"/>
                    <a:pt x="1749" y="29"/>
                    <a:pt x="1740" y="38"/>
                  </a:cubicBezTo>
                  <a:cubicBezTo>
                    <a:pt x="1736" y="23"/>
                    <a:pt x="1726" y="9"/>
                    <a:pt x="1726" y="9"/>
                  </a:cubicBezTo>
                  <a:cubicBezTo>
                    <a:pt x="1726" y="9"/>
                    <a:pt x="1712" y="20"/>
                    <a:pt x="1705" y="33"/>
                  </a:cubicBezTo>
                  <a:cubicBezTo>
                    <a:pt x="1699" y="29"/>
                    <a:pt x="1692" y="27"/>
                    <a:pt x="1687" y="25"/>
                  </a:cubicBezTo>
                  <a:cubicBezTo>
                    <a:pt x="1682" y="24"/>
                    <a:pt x="1678" y="24"/>
                    <a:pt x="1678" y="24"/>
                  </a:cubicBezTo>
                  <a:cubicBezTo>
                    <a:pt x="1678" y="24"/>
                    <a:pt x="1677" y="28"/>
                    <a:pt x="1677" y="35"/>
                  </a:cubicBezTo>
                  <a:cubicBezTo>
                    <a:pt x="1673" y="30"/>
                    <a:pt x="1667" y="27"/>
                    <a:pt x="1661" y="25"/>
                  </a:cubicBezTo>
                  <a:cubicBezTo>
                    <a:pt x="1651" y="20"/>
                    <a:pt x="1640" y="19"/>
                    <a:pt x="1640" y="19"/>
                  </a:cubicBezTo>
                  <a:cubicBezTo>
                    <a:pt x="1640" y="19"/>
                    <a:pt x="1640" y="23"/>
                    <a:pt x="1640" y="29"/>
                  </a:cubicBezTo>
                  <a:cubicBezTo>
                    <a:pt x="1636" y="22"/>
                    <a:pt x="1631" y="18"/>
                    <a:pt x="1631" y="18"/>
                  </a:cubicBezTo>
                  <a:cubicBezTo>
                    <a:pt x="1631" y="18"/>
                    <a:pt x="1625" y="23"/>
                    <a:pt x="1619" y="31"/>
                  </a:cubicBezTo>
                  <a:cubicBezTo>
                    <a:pt x="1614" y="16"/>
                    <a:pt x="1599" y="3"/>
                    <a:pt x="1599" y="3"/>
                  </a:cubicBezTo>
                  <a:cubicBezTo>
                    <a:pt x="1599" y="3"/>
                    <a:pt x="1595" y="8"/>
                    <a:pt x="1590" y="16"/>
                  </a:cubicBezTo>
                  <a:cubicBezTo>
                    <a:pt x="1586" y="23"/>
                    <a:pt x="1582" y="33"/>
                    <a:pt x="1582" y="42"/>
                  </a:cubicBezTo>
                  <a:cubicBezTo>
                    <a:pt x="1576" y="35"/>
                    <a:pt x="1570" y="30"/>
                    <a:pt x="1570" y="30"/>
                  </a:cubicBezTo>
                  <a:cubicBezTo>
                    <a:pt x="1570" y="30"/>
                    <a:pt x="1563" y="39"/>
                    <a:pt x="1558" y="51"/>
                  </a:cubicBezTo>
                  <a:cubicBezTo>
                    <a:pt x="1559" y="40"/>
                    <a:pt x="1558" y="31"/>
                    <a:pt x="1558" y="31"/>
                  </a:cubicBezTo>
                  <a:cubicBezTo>
                    <a:pt x="1558" y="31"/>
                    <a:pt x="1529" y="32"/>
                    <a:pt x="1513" y="45"/>
                  </a:cubicBezTo>
                  <a:cubicBezTo>
                    <a:pt x="1506" y="29"/>
                    <a:pt x="1493" y="16"/>
                    <a:pt x="1493" y="16"/>
                  </a:cubicBezTo>
                  <a:cubicBezTo>
                    <a:pt x="1493" y="16"/>
                    <a:pt x="1483" y="27"/>
                    <a:pt x="1476" y="40"/>
                  </a:cubicBezTo>
                  <a:cubicBezTo>
                    <a:pt x="1469" y="42"/>
                    <a:pt x="1452" y="47"/>
                    <a:pt x="1444" y="57"/>
                  </a:cubicBezTo>
                  <a:cubicBezTo>
                    <a:pt x="1440" y="43"/>
                    <a:pt x="1428" y="29"/>
                    <a:pt x="1428" y="29"/>
                  </a:cubicBezTo>
                  <a:cubicBezTo>
                    <a:pt x="1428" y="29"/>
                    <a:pt x="1416" y="40"/>
                    <a:pt x="1409" y="54"/>
                  </a:cubicBezTo>
                  <a:cubicBezTo>
                    <a:pt x="1397" y="48"/>
                    <a:pt x="1381" y="47"/>
                    <a:pt x="1381" y="47"/>
                  </a:cubicBezTo>
                  <a:cubicBezTo>
                    <a:pt x="1381" y="47"/>
                    <a:pt x="1381" y="51"/>
                    <a:pt x="1381" y="58"/>
                  </a:cubicBezTo>
                  <a:cubicBezTo>
                    <a:pt x="1377" y="54"/>
                    <a:pt x="1371" y="51"/>
                    <a:pt x="1365" y="49"/>
                  </a:cubicBezTo>
                  <a:cubicBezTo>
                    <a:pt x="1354" y="45"/>
                    <a:pt x="1344" y="44"/>
                    <a:pt x="1344" y="44"/>
                  </a:cubicBezTo>
                  <a:cubicBezTo>
                    <a:pt x="1344" y="44"/>
                    <a:pt x="1343" y="49"/>
                    <a:pt x="1344" y="55"/>
                  </a:cubicBezTo>
                  <a:cubicBezTo>
                    <a:pt x="1339" y="48"/>
                    <a:pt x="1335" y="43"/>
                    <a:pt x="1335" y="43"/>
                  </a:cubicBezTo>
                  <a:cubicBezTo>
                    <a:pt x="1335" y="43"/>
                    <a:pt x="1329" y="49"/>
                    <a:pt x="1323" y="57"/>
                  </a:cubicBezTo>
                  <a:cubicBezTo>
                    <a:pt x="1317" y="43"/>
                    <a:pt x="1302" y="31"/>
                    <a:pt x="1302" y="31"/>
                  </a:cubicBezTo>
                  <a:cubicBezTo>
                    <a:pt x="1302" y="31"/>
                    <a:pt x="1285" y="53"/>
                    <a:pt x="1287" y="71"/>
                  </a:cubicBezTo>
                  <a:cubicBezTo>
                    <a:pt x="1281" y="64"/>
                    <a:pt x="1275" y="59"/>
                    <a:pt x="1275" y="59"/>
                  </a:cubicBezTo>
                  <a:cubicBezTo>
                    <a:pt x="1275" y="59"/>
                    <a:pt x="1267" y="69"/>
                    <a:pt x="1263" y="81"/>
                  </a:cubicBezTo>
                  <a:cubicBezTo>
                    <a:pt x="1264" y="70"/>
                    <a:pt x="1263" y="61"/>
                    <a:pt x="1263" y="61"/>
                  </a:cubicBezTo>
                  <a:cubicBezTo>
                    <a:pt x="1263" y="61"/>
                    <a:pt x="1255" y="61"/>
                    <a:pt x="1246" y="64"/>
                  </a:cubicBezTo>
                  <a:cubicBezTo>
                    <a:pt x="1237" y="66"/>
                    <a:pt x="1226" y="70"/>
                    <a:pt x="1219" y="78"/>
                  </a:cubicBezTo>
                  <a:cubicBezTo>
                    <a:pt x="1211" y="62"/>
                    <a:pt x="1197" y="50"/>
                    <a:pt x="1197" y="50"/>
                  </a:cubicBezTo>
                  <a:cubicBezTo>
                    <a:pt x="1197" y="50"/>
                    <a:pt x="1187" y="61"/>
                    <a:pt x="1181" y="75"/>
                  </a:cubicBezTo>
                  <a:cubicBezTo>
                    <a:pt x="1174" y="77"/>
                    <a:pt x="1158" y="83"/>
                    <a:pt x="1150" y="93"/>
                  </a:cubicBezTo>
                  <a:cubicBezTo>
                    <a:pt x="1145" y="79"/>
                    <a:pt x="1133" y="66"/>
                    <a:pt x="1133" y="66"/>
                  </a:cubicBezTo>
                  <a:cubicBezTo>
                    <a:pt x="1133" y="66"/>
                    <a:pt x="1121" y="78"/>
                    <a:pt x="1115" y="92"/>
                  </a:cubicBezTo>
                  <a:cubicBezTo>
                    <a:pt x="1102" y="86"/>
                    <a:pt x="1087" y="86"/>
                    <a:pt x="1087" y="86"/>
                  </a:cubicBezTo>
                  <a:cubicBezTo>
                    <a:pt x="1087" y="86"/>
                    <a:pt x="1087" y="91"/>
                    <a:pt x="1087" y="97"/>
                  </a:cubicBezTo>
                  <a:cubicBezTo>
                    <a:pt x="1083" y="93"/>
                    <a:pt x="1076" y="90"/>
                    <a:pt x="1070" y="89"/>
                  </a:cubicBezTo>
                  <a:cubicBezTo>
                    <a:pt x="1059" y="86"/>
                    <a:pt x="1049" y="86"/>
                    <a:pt x="1049" y="86"/>
                  </a:cubicBezTo>
                  <a:cubicBezTo>
                    <a:pt x="1049" y="86"/>
                    <a:pt x="1049" y="90"/>
                    <a:pt x="1050" y="96"/>
                  </a:cubicBezTo>
                  <a:cubicBezTo>
                    <a:pt x="1045" y="89"/>
                    <a:pt x="1040" y="85"/>
                    <a:pt x="1040" y="85"/>
                  </a:cubicBezTo>
                  <a:cubicBezTo>
                    <a:pt x="1040" y="85"/>
                    <a:pt x="1035" y="91"/>
                    <a:pt x="1030" y="100"/>
                  </a:cubicBezTo>
                  <a:cubicBezTo>
                    <a:pt x="1022" y="86"/>
                    <a:pt x="1006" y="74"/>
                    <a:pt x="1006" y="74"/>
                  </a:cubicBezTo>
                  <a:cubicBezTo>
                    <a:pt x="1006" y="74"/>
                    <a:pt x="991" y="97"/>
                    <a:pt x="994" y="115"/>
                  </a:cubicBezTo>
                  <a:cubicBezTo>
                    <a:pt x="987" y="108"/>
                    <a:pt x="981" y="104"/>
                    <a:pt x="981" y="104"/>
                  </a:cubicBezTo>
                  <a:cubicBezTo>
                    <a:pt x="981" y="104"/>
                    <a:pt x="974" y="114"/>
                    <a:pt x="970" y="126"/>
                  </a:cubicBezTo>
                  <a:cubicBezTo>
                    <a:pt x="971" y="115"/>
                    <a:pt x="969" y="106"/>
                    <a:pt x="969" y="106"/>
                  </a:cubicBezTo>
                  <a:cubicBezTo>
                    <a:pt x="969" y="106"/>
                    <a:pt x="940" y="110"/>
                    <a:pt x="926" y="125"/>
                  </a:cubicBezTo>
                  <a:cubicBezTo>
                    <a:pt x="917" y="110"/>
                    <a:pt x="903" y="98"/>
                    <a:pt x="903" y="98"/>
                  </a:cubicBezTo>
                  <a:cubicBezTo>
                    <a:pt x="903" y="98"/>
                    <a:pt x="894" y="110"/>
                    <a:pt x="888" y="124"/>
                  </a:cubicBezTo>
                  <a:cubicBezTo>
                    <a:pt x="881" y="126"/>
                    <a:pt x="865" y="133"/>
                    <a:pt x="858" y="144"/>
                  </a:cubicBezTo>
                  <a:cubicBezTo>
                    <a:pt x="852" y="130"/>
                    <a:pt x="839" y="117"/>
                    <a:pt x="839" y="117"/>
                  </a:cubicBezTo>
                  <a:cubicBezTo>
                    <a:pt x="839" y="117"/>
                    <a:pt x="828" y="130"/>
                    <a:pt x="823" y="144"/>
                  </a:cubicBezTo>
                  <a:cubicBezTo>
                    <a:pt x="810" y="139"/>
                    <a:pt x="795" y="139"/>
                    <a:pt x="795" y="139"/>
                  </a:cubicBezTo>
                  <a:cubicBezTo>
                    <a:pt x="795" y="139"/>
                    <a:pt x="795" y="144"/>
                    <a:pt x="796" y="150"/>
                  </a:cubicBezTo>
                  <a:cubicBezTo>
                    <a:pt x="791" y="146"/>
                    <a:pt x="784" y="144"/>
                    <a:pt x="778" y="142"/>
                  </a:cubicBezTo>
                  <a:cubicBezTo>
                    <a:pt x="767" y="140"/>
                    <a:pt x="757" y="140"/>
                    <a:pt x="757" y="140"/>
                  </a:cubicBezTo>
                  <a:cubicBezTo>
                    <a:pt x="757" y="140"/>
                    <a:pt x="757" y="145"/>
                    <a:pt x="758" y="151"/>
                  </a:cubicBezTo>
                  <a:cubicBezTo>
                    <a:pt x="753" y="144"/>
                    <a:pt x="748" y="140"/>
                    <a:pt x="748" y="140"/>
                  </a:cubicBezTo>
                  <a:cubicBezTo>
                    <a:pt x="748" y="140"/>
                    <a:pt x="743" y="146"/>
                    <a:pt x="738" y="155"/>
                  </a:cubicBezTo>
                  <a:cubicBezTo>
                    <a:pt x="730" y="141"/>
                    <a:pt x="714" y="131"/>
                    <a:pt x="714" y="131"/>
                  </a:cubicBezTo>
                  <a:cubicBezTo>
                    <a:pt x="714" y="131"/>
                    <a:pt x="699" y="154"/>
                    <a:pt x="703" y="172"/>
                  </a:cubicBezTo>
                  <a:cubicBezTo>
                    <a:pt x="696" y="165"/>
                    <a:pt x="690" y="161"/>
                    <a:pt x="690" y="161"/>
                  </a:cubicBezTo>
                  <a:cubicBezTo>
                    <a:pt x="690" y="161"/>
                    <a:pt x="683" y="172"/>
                    <a:pt x="680" y="184"/>
                  </a:cubicBezTo>
                  <a:cubicBezTo>
                    <a:pt x="680" y="173"/>
                    <a:pt x="678" y="164"/>
                    <a:pt x="678" y="164"/>
                  </a:cubicBezTo>
                  <a:cubicBezTo>
                    <a:pt x="678" y="164"/>
                    <a:pt x="671" y="165"/>
                    <a:pt x="662" y="168"/>
                  </a:cubicBezTo>
                  <a:cubicBezTo>
                    <a:pt x="653" y="171"/>
                    <a:pt x="642" y="177"/>
                    <a:pt x="635" y="184"/>
                  </a:cubicBezTo>
                  <a:cubicBezTo>
                    <a:pt x="626" y="170"/>
                    <a:pt x="611" y="159"/>
                    <a:pt x="611" y="159"/>
                  </a:cubicBezTo>
                  <a:cubicBezTo>
                    <a:pt x="611" y="159"/>
                    <a:pt x="603" y="171"/>
                    <a:pt x="598" y="185"/>
                  </a:cubicBezTo>
                  <a:cubicBezTo>
                    <a:pt x="591" y="188"/>
                    <a:pt x="575" y="195"/>
                    <a:pt x="568" y="206"/>
                  </a:cubicBezTo>
                  <a:cubicBezTo>
                    <a:pt x="562" y="192"/>
                    <a:pt x="549" y="181"/>
                    <a:pt x="549" y="181"/>
                  </a:cubicBezTo>
                  <a:cubicBezTo>
                    <a:pt x="549" y="181"/>
                    <a:pt x="538" y="193"/>
                    <a:pt x="534" y="207"/>
                  </a:cubicBezTo>
                  <a:cubicBezTo>
                    <a:pt x="520" y="203"/>
                    <a:pt x="505" y="204"/>
                    <a:pt x="505" y="204"/>
                  </a:cubicBezTo>
                  <a:cubicBezTo>
                    <a:pt x="505" y="204"/>
                    <a:pt x="505" y="209"/>
                    <a:pt x="506" y="215"/>
                  </a:cubicBezTo>
                  <a:cubicBezTo>
                    <a:pt x="501" y="211"/>
                    <a:pt x="495" y="209"/>
                    <a:pt x="489" y="208"/>
                  </a:cubicBezTo>
                  <a:cubicBezTo>
                    <a:pt x="478" y="206"/>
                    <a:pt x="467" y="207"/>
                    <a:pt x="467" y="207"/>
                  </a:cubicBezTo>
                  <a:cubicBezTo>
                    <a:pt x="467" y="207"/>
                    <a:pt x="468" y="211"/>
                    <a:pt x="469" y="217"/>
                  </a:cubicBezTo>
                  <a:cubicBezTo>
                    <a:pt x="463" y="211"/>
                    <a:pt x="458" y="207"/>
                    <a:pt x="458" y="207"/>
                  </a:cubicBezTo>
                  <a:cubicBezTo>
                    <a:pt x="458" y="207"/>
                    <a:pt x="453" y="213"/>
                    <a:pt x="449" y="222"/>
                  </a:cubicBezTo>
                  <a:cubicBezTo>
                    <a:pt x="441" y="209"/>
                    <a:pt x="424" y="199"/>
                    <a:pt x="424" y="199"/>
                  </a:cubicBezTo>
                  <a:cubicBezTo>
                    <a:pt x="424" y="199"/>
                    <a:pt x="410" y="223"/>
                    <a:pt x="414" y="240"/>
                  </a:cubicBezTo>
                  <a:cubicBezTo>
                    <a:pt x="407" y="234"/>
                    <a:pt x="401" y="230"/>
                    <a:pt x="401" y="230"/>
                  </a:cubicBezTo>
                  <a:cubicBezTo>
                    <a:pt x="401" y="230"/>
                    <a:pt x="395" y="241"/>
                    <a:pt x="392" y="253"/>
                  </a:cubicBezTo>
                  <a:cubicBezTo>
                    <a:pt x="391" y="242"/>
                    <a:pt x="389" y="233"/>
                    <a:pt x="389" y="233"/>
                  </a:cubicBezTo>
                  <a:cubicBezTo>
                    <a:pt x="389" y="233"/>
                    <a:pt x="361" y="239"/>
                    <a:pt x="348" y="255"/>
                  </a:cubicBezTo>
                  <a:cubicBezTo>
                    <a:pt x="338" y="241"/>
                    <a:pt x="323" y="231"/>
                    <a:pt x="323" y="231"/>
                  </a:cubicBezTo>
                  <a:cubicBezTo>
                    <a:pt x="323" y="231"/>
                    <a:pt x="314" y="243"/>
                    <a:pt x="310" y="257"/>
                  </a:cubicBezTo>
                  <a:cubicBezTo>
                    <a:pt x="303" y="260"/>
                    <a:pt x="288" y="268"/>
                    <a:pt x="282" y="280"/>
                  </a:cubicBezTo>
                  <a:cubicBezTo>
                    <a:pt x="275" y="266"/>
                    <a:pt x="261" y="255"/>
                    <a:pt x="261" y="255"/>
                  </a:cubicBezTo>
                  <a:cubicBezTo>
                    <a:pt x="261" y="255"/>
                    <a:pt x="251" y="268"/>
                    <a:pt x="247" y="282"/>
                  </a:cubicBezTo>
                  <a:cubicBezTo>
                    <a:pt x="233" y="278"/>
                    <a:pt x="218" y="280"/>
                    <a:pt x="218" y="280"/>
                  </a:cubicBezTo>
                  <a:cubicBezTo>
                    <a:pt x="218" y="280"/>
                    <a:pt x="219" y="285"/>
                    <a:pt x="220" y="291"/>
                  </a:cubicBezTo>
                  <a:cubicBezTo>
                    <a:pt x="215" y="287"/>
                    <a:pt x="208" y="286"/>
                    <a:pt x="202" y="285"/>
                  </a:cubicBezTo>
                  <a:cubicBezTo>
                    <a:pt x="191" y="283"/>
                    <a:pt x="181" y="284"/>
                    <a:pt x="181" y="284"/>
                  </a:cubicBezTo>
                  <a:cubicBezTo>
                    <a:pt x="181" y="284"/>
                    <a:pt x="181" y="288"/>
                    <a:pt x="182" y="294"/>
                  </a:cubicBezTo>
                  <a:cubicBezTo>
                    <a:pt x="177" y="288"/>
                    <a:pt x="172" y="285"/>
                    <a:pt x="172" y="285"/>
                  </a:cubicBezTo>
                  <a:cubicBezTo>
                    <a:pt x="172" y="285"/>
                    <a:pt x="167" y="291"/>
                    <a:pt x="163" y="300"/>
                  </a:cubicBezTo>
                  <a:cubicBezTo>
                    <a:pt x="154" y="287"/>
                    <a:pt x="137" y="278"/>
                    <a:pt x="137" y="278"/>
                  </a:cubicBezTo>
                  <a:cubicBezTo>
                    <a:pt x="137" y="278"/>
                    <a:pt x="124" y="302"/>
                    <a:pt x="129" y="319"/>
                  </a:cubicBezTo>
                  <a:cubicBezTo>
                    <a:pt x="122" y="314"/>
                    <a:pt x="115" y="310"/>
                    <a:pt x="115" y="310"/>
                  </a:cubicBezTo>
                  <a:cubicBezTo>
                    <a:pt x="115" y="310"/>
                    <a:pt x="109" y="321"/>
                    <a:pt x="107" y="333"/>
                  </a:cubicBezTo>
                  <a:cubicBezTo>
                    <a:pt x="106" y="322"/>
                    <a:pt x="104" y="313"/>
                    <a:pt x="104" y="313"/>
                  </a:cubicBezTo>
                  <a:cubicBezTo>
                    <a:pt x="104" y="313"/>
                    <a:pt x="75" y="321"/>
                    <a:pt x="63" y="337"/>
                  </a:cubicBezTo>
                  <a:cubicBezTo>
                    <a:pt x="53" y="324"/>
                    <a:pt x="37" y="314"/>
                    <a:pt x="37" y="314"/>
                  </a:cubicBezTo>
                  <a:cubicBezTo>
                    <a:pt x="37" y="314"/>
                    <a:pt x="29" y="326"/>
                    <a:pt x="25" y="34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10" name="Google Shape;1510;p23"/>
            <p:cNvGrpSpPr/>
            <p:nvPr/>
          </p:nvGrpSpPr>
          <p:grpSpPr>
            <a:xfrm>
              <a:off x="6963735" y="3564403"/>
              <a:ext cx="1288918" cy="1350196"/>
              <a:chOff x="6963735" y="3564403"/>
              <a:chExt cx="1288918" cy="1350196"/>
            </a:xfrm>
          </p:grpSpPr>
          <p:grpSp>
            <p:nvGrpSpPr>
              <p:cNvPr id="1511" name="Google Shape;1511;p23"/>
              <p:cNvGrpSpPr/>
              <p:nvPr/>
            </p:nvGrpSpPr>
            <p:grpSpPr>
              <a:xfrm>
                <a:off x="7626768" y="3564403"/>
                <a:ext cx="342846" cy="1181857"/>
                <a:chOff x="1539875" y="3257551"/>
                <a:chExt cx="511176" cy="1762125"/>
              </a:xfrm>
            </p:grpSpPr>
            <p:sp>
              <p:nvSpPr>
                <p:cNvPr id="1512" name="Google Shape;1512;p2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3" name="Google Shape;1513;p2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4" name="Google Shape;1514;p2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5" name="Google Shape;1515;p2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6" name="Google Shape;1516;p2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7" name="Google Shape;1517;p2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18" name="Google Shape;1518;p23"/>
              <p:cNvGrpSpPr/>
              <p:nvPr/>
            </p:nvGrpSpPr>
            <p:grpSpPr>
              <a:xfrm>
                <a:off x="8066840" y="4081660"/>
                <a:ext cx="185813" cy="640708"/>
                <a:chOff x="1539875" y="3257551"/>
                <a:chExt cx="511176" cy="1762125"/>
              </a:xfrm>
            </p:grpSpPr>
            <p:sp>
              <p:nvSpPr>
                <p:cNvPr id="1519" name="Google Shape;1519;p2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0" name="Google Shape;1520;p2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1" name="Google Shape;1521;p2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2" name="Google Shape;1522;p2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3" name="Google Shape;1523;p2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4" name="Google Shape;1524;p2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25" name="Google Shape;1525;p23"/>
              <p:cNvGrpSpPr/>
              <p:nvPr/>
            </p:nvGrpSpPr>
            <p:grpSpPr>
              <a:xfrm flipH="1">
                <a:off x="6963735" y="4138736"/>
                <a:ext cx="225020" cy="775863"/>
                <a:chOff x="1539875" y="3257551"/>
                <a:chExt cx="511176" cy="1762125"/>
              </a:xfrm>
            </p:grpSpPr>
            <p:sp>
              <p:nvSpPr>
                <p:cNvPr id="1526" name="Google Shape;1526;p2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7" name="Google Shape;1527;p2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8" name="Google Shape;1528;p2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9" name="Google Shape;1529;p2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0" name="Google Shape;1530;p2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1" name="Google Shape;1531;p2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32" name="Google Shape;1532;p23"/>
              <p:cNvGrpSpPr/>
              <p:nvPr/>
            </p:nvGrpSpPr>
            <p:grpSpPr>
              <a:xfrm flipH="1">
                <a:off x="7347285" y="4044961"/>
                <a:ext cx="225020" cy="775863"/>
                <a:chOff x="1539875" y="3257551"/>
                <a:chExt cx="511176" cy="1762125"/>
              </a:xfrm>
            </p:grpSpPr>
            <p:sp>
              <p:nvSpPr>
                <p:cNvPr id="1533" name="Google Shape;1533;p2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4" name="Google Shape;1534;p2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5" name="Google Shape;1535;p2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6" name="Google Shape;1536;p2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7" name="Google Shape;1537;p2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8" name="Google Shape;1538;p2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539" name="Google Shape;1539;p23"/>
          <p:cNvGrpSpPr/>
          <p:nvPr/>
        </p:nvGrpSpPr>
        <p:grpSpPr>
          <a:xfrm>
            <a:off x="-927487" y="534988"/>
            <a:ext cx="11379876" cy="2586676"/>
            <a:chOff x="-927487" y="534988"/>
            <a:chExt cx="11379876" cy="2586676"/>
          </a:xfrm>
        </p:grpSpPr>
        <p:grpSp>
          <p:nvGrpSpPr>
            <p:cNvPr id="1540" name="Google Shape;1540;p23"/>
            <p:cNvGrpSpPr/>
            <p:nvPr/>
          </p:nvGrpSpPr>
          <p:grpSpPr>
            <a:xfrm>
              <a:off x="-927487" y="534988"/>
              <a:ext cx="11379876" cy="1585638"/>
              <a:chOff x="-927487" y="534988"/>
              <a:chExt cx="11379876" cy="1585638"/>
            </a:xfrm>
          </p:grpSpPr>
          <p:sp>
            <p:nvSpPr>
              <p:cNvPr id="1541" name="Google Shape;1541;p23"/>
              <p:cNvSpPr/>
              <p:nvPr/>
            </p:nvSpPr>
            <p:spPr>
              <a:xfrm>
                <a:off x="7913463" y="1744495"/>
                <a:ext cx="2538925" cy="37613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2" name="Google Shape;1542;p23"/>
              <p:cNvSpPr/>
              <p:nvPr/>
            </p:nvSpPr>
            <p:spPr>
              <a:xfrm flipH="1">
                <a:off x="-927487" y="534988"/>
                <a:ext cx="1642576" cy="640275"/>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43" name="Google Shape;1543;p23"/>
            <p:cNvSpPr/>
            <p:nvPr/>
          </p:nvSpPr>
          <p:spPr>
            <a:xfrm flipH="1">
              <a:off x="7200322" y="2847919"/>
              <a:ext cx="710808" cy="273745"/>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4" name="Google Shape;1544;p23"/>
            <p:cNvSpPr/>
            <p:nvPr/>
          </p:nvSpPr>
          <p:spPr>
            <a:xfrm>
              <a:off x="218290" y="1606247"/>
              <a:ext cx="1847839" cy="277075"/>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545"/>
        <p:cNvGrpSpPr/>
        <p:nvPr/>
      </p:nvGrpSpPr>
      <p:grpSpPr>
        <a:xfrm>
          <a:off x="0" y="0"/>
          <a:ext cx="0" cy="0"/>
          <a:chOff x="0" y="0"/>
          <a:chExt cx="0" cy="0"/>
        </a:xfrm>
      </p:grpSpPr>
      <p:pic>
        <p:nvPicPr>
          <p:cNvPr id="1546" name="Google Shape;1546;p24"/>
          <p:cNvPicPr preferRelativeResize="0"/>
          <p:nvPr/>
        </p:nvPicPr>
        <p:blipFill>
          <a:blip r:embed="rId2">
            <a:alphaModFix/>
          </a:blip>
          <a:stretch>
            <a:fillRect/>
          </a:stretch>
        </p:blipFill>
        <p:spPr>
          <a:xfrm>
            <a:off x="25" y="0"/>
            <a:ext cx="9144000" cy="5143500"/>
          </a:xfrm>
          <a:prstGeom prst="rect">
            <a:avLst/>
          </a:prstGeom>
          <a:noFill/>
          <a:ln>
            <a:noFill/>
          </a:ln>
        </p:spPr>
      </p:pic>
      <p:cxnSp>
        <p:nvCxnSpPr>
          <p:cNvPr id="1547" name="Google Shape;1547;p24"/>
          <p:cNvCxnSpPr/>
          <p:nvPr/>
        </p:nvCxnSpPr>
        <p:spPr>
          <a:xfrm>
            <a:off x="4572000" y="-200925"/>
            <a:ext cx="0" cy="583800"/>
          </a:xfrm>
          <a:prstGeom prst="straightConnector1">
            <a:avLst/>
          </a:prstGeom>
          <a:noFill/>
          <a:ln w="9525" cap="flat" cmpd="sng">
            <a:solidFill>
              <a:schemeClr val="dk1"/>
            </a:solidFill>
            <a:prstDash val="solid"/>
            <a:round/>
            <a:headEnd type="none" w="med" len="med"/>
            <a:tailEnd type="diamond" w="med" len="med"/>
          </a:ln>
        </p:spPr>
      </p:cxnSp>
      <p:grpSp>
        <p:nvGrpSpPr>
          <p:cNvPr id="1548" name="Google Shape;1548;p24"/>
          <p:cNvGrpSpPr/>
          <p:nvPr/>
        </p:nvGrpSpPr>
        <p:grpSpPr>
          <a:xfrm>
            <a:off x="-381375" y="4160999"/>
            <a:ext cx="9616951" cy="983475"/>
            <a:chOff x="-381375" y="4160999"/>
            <a:chExt cx="9616951" cy="983475"/>
          </a:xfrm>
        </p:grpSpPr>
        <p:sp>
          <p:nvSpPr>
            <p:cNvPr id="1549" name="Google Shape;1549;p24"/>
            <p:cNvSpPr/>
            <p:nvPr/>
          </p:nvSpPr>
          <p:spPr>
            <a:xfrm>
              <a:off x="-381375" y="4160999"/>
              <a:ext cx="5808290" cy="983475"/>
            </a:xfrm>
            <a:custGeom>
              <a:avLst/>
              <a:gdLst/>
              <a:ahLst/>
              <a:cxnLst/>
              <a:rect l="l" t="t" r="r" b="b"/>
              <a:pathLst>
                <a:path w="2357" h="399" extrusionOk="0">
                  <a:moveTo>
                    <a:pt x="377" y="37"/>
                  </a:moveTo>
                  <a:cubicBezTo>
                    <a:pt x="284" y="55"/>
                    <a:pt x="130" y="96"/>
                    <a:pt x="0" y="132"/>
                  </a:cubicBezTo>
                  <a:cubicBezTo>
                    <a:pt x="0" y="399"/>
                    <a:pt x="0" y="399"/>
                    <a:pt x="0" y="399"/>
                  </a:cubicBezTo>
                  <a:cubicBezTo>
                    <a:pt x="2357" y="399"/>
                    <a:pt x="2357" y="399"/>
                    <a:pt x="2357" y="399"/>
                  </a:cubicBezTo>
                  <a:cubicBezTo>
                    <a:pt x="2357" y="399"/>
                    <a:pt x="1024" y="32"/>
                    <a:pt x="880" y="18"/>
                  </a:cubicBezTo>
                  <a:cubicBezTo>
                    <a:pt x="736" y="5"/>
                    <a:pt x="564" y="0"/>
                    <a:pt x="377" y="37"/>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0" name="Google Shape;1550;p24"/>
            <p:cNvSpPr/>
            <p:nvPr/>
          </p:nvSpPr>
          <p:spPr>
            <a:xfrm flipH="1">
              <a:off x="4903975" y="4759328"/>
              <a:ext cx="4331601" cy="384175"/>
            </a:xfrm>
            <a:custGeom>
              <a:avLst/>
              <a:gdLst/>
              <a:ahLst/>
              <a:cxnLst/>
              <a:rect l="l" t="t" r="r" b="b"/>
              <a:pathLst>
                <a:path w="1814" h="292" extrusionOk="0">
                  <a:moveTo>
                    <a:pt x="1814" y="284"/>
                  </a:moveTo>
                  <a:cubicBezTo>
                    <a:pt x="1814" y="284"/>
                    <a:pt x="1807" y="281"/>
                    <a:pt x="1798" y="278"/>
                  </a:cubicBezTo>
                  <a:cubicBezTo>
                    <a:pt x="1789" y="275"/>
                    <a:pt x="1777" y="273"/>
                    <a:pt x="1768" y="275"/>
                  </a:cubicBezTo>
                  <a:cubicBezTo>
                    <a:pt x="1768" y="260"/>
                    <a:pt x="1761" y="243"/>
                    <a:pt x="1761" y="243"/>
                  </a:cubicBezTo>
                  <a:cubicBezTo>
                    <a:pt x="1761" y="243"/>
                    <a:pt x="1748" y="247"/>
                    <a:pt x="1736" y="255"/>
                  </a:cubicBezTo>
                  <a:cubicBezTo>
                    <a:pt x="1729" y="253"/>
                    <a:pt x="1712" y="250"/>
                    <a:pt x="1700" y="255"/>
                  </a:cubicBezTo>
                  <a:cubicBezTo>
                    <a:pt x="1702" y="241"/>
                    <a:pt x="1697" y="226"/>
                    <a:pt x="1697" y="226"/>
                  </a:cubicBezTo>
                  <a:cubicBezTo>
                    <a:pt x="1697" y="226"/>
                    <a:pt x="1682" y="229"/>
                    <a:pt x="1671" y="237"/>
                  </a:cubicBezTo>
                  <a:cubicBezTo>
                    <a:pt x="1662" y="227"/>
                    <a:pt x="1648" y="220"/>
                    <a:pt x="1648" y="220"/>
                  </a:cubicBezTo>
                  <a:cubicBezTo>
                    <a:pt x="1648" y="220"/>
                    <a:pt x="1646" y="223"/>
                    <a:pt x="1644" y="229"/>
                  </a:cubicBezTo>
                  <a:cubicBezTo>
                    <a:pt x="1641" y="223"/>
                    <a:pt x="1637" y="219"/>
                    <a:pt x="1632" y="215"/>
                  </a:cubicBezTo>
                  <a:cubicBezTo>
                    <a:pt x="1624" y="207"/>
                    <a:pt x="1615" y="202"/>
                    <a:pt x="1615" y="202"/>
                  </a:cubicBezTo>
                  <a:cubicBezTo>
                    <a:pt x="1615" y="202"/>
                    <a:pt x="1613" y="206"/>
                    <a:pt x="1611" y="211"/>
                  </a:cubicBezTo>
                  <a:cubicBezTo>
                    <a:pt x="1609" y="203"/>
                    <a:pt x="1607" y="198"/>
                    <a:pt x="1607" y="198"/>
                  </a:cubicBezTo>
                  <a:cubicBezTo>
                    <a:pt x="1607" y="198"/>
                    <a:pt x="1599" y="200"/>
                    <a:pt x="1591" y="205"/>
                  </a:cubicBezTo>
                  <a:cubicBezTo>
                    <a:pt x="1591" y="190"/>
                    <a:pt x="1581" y="174"/>
                    <a:pt x="1581" y="174"/>
                  </a:cubicBezTo>
                  <a:cubicBezTo>
                    <a:pt x="1581" y="174"/>
                    <a:pt x="1558" y="186"/>
                    <a:pt x="1553" y="201"/>
                  </a:cubicBezTo>
                  <a:cubicBezTo>
                    <a:pt x="1550" y="193"/>
                    <a:pt x="1546" y="186"/>
                    <a:pt x="1546" y="186"/>
                  </a:cubicBezTo>
                  <a:cubicBezTo>
                    <a:pt x="1546" y="186"/>
                    <a:pt x="1536" y="191"/>
                    <a:pt x="1527" y="199"/>
                  </a:cubicBezTo>
                  <a:cubicBezTo>
                    <a:pt x="1532" y="191"/>
                    <a:pt x="1535" y="183"/>
                    <a:pt x="1535" y="183"/>
                  </a:cubicBezTo>
                  <a:cubicBezTo>
                    <a:pt x="1535" y="183"/>
                    <a:pt x="1528" y="181"/>
                    <a:pt x="1518" y="179"/>
                  </a:cubicBezTo>
                  <a:cubicBezTo>
                    <a:pt x="1509" y="177"/>
                    <a:pt x="1497" y="177"/>
                    <a:pt x="1488" y="180"/>
                  </a:cubicBezTo>
                  <a:cubicBezTo>
                    <a:pt x="1486" y="164"/>
                    <a:pt x="1478" y="148"/>
                    <a:pt x="1478" y="148"/>
                  </a:cubicBezTo>
                  <a:cubicBezTo>
                    <a:pt x="1478" y="148"/>
                    <a:pt x="1465" y="154"/>
                    <a:pt x="1454" y="163"/>
                  </a:cubicBezTo>
                  <a:cubicBezTo>
                    <a:pt x="1447" y="162"/>
                    <a:pt x="1430" y="161"/>
                    <a:pt x="1419" y="166"/>
                  </a:cubicBezTo>
                  <a:cubicBezTo>
                    <a:pt x="1419" y="152"/>
                    <a:pt x="1413" y="137"/>
                    <a:pt x="1413" y="137"/>
                  </a:cubicBezTo>
                  <a:cubicBezTo>
                    <a:pt x="1413" y="137"/>
                    <a:pt x="1398" y="142"/>
                    <a:pt x="1387" y="152"/>
                  </a:cubicBezTo>
                  <a:cubicBezTo>
                    <a:pt x="1378" y="142"/>
                    <a:pt x="1363" y="137"/>
                    <a:pt x="1363" y="137"/>
                  </a:cubicBezTo>
                  <a:cubicBezTo>
                    <a:pt x="1363" y="137"/>
                    <a:pt x="1362" y="140"/>
                    <a:pt x="1360" y="146"/>
                  </a:cubicBezTo>
                  <a:cubicBezTo>
                    <a:pt x="1357" y="141"/>
                    <a:pt x="1352" y="136"/>
                    <a:pt x="1347" y="133"/>
                  </a:cubicBezTo>
                  <a:cubicBezTo>
                    <a:pt x="1338" y="126"/>
                    <a:pt x="1329" y="122"/>
                    <a:pt x="1329" y="122"/>
                  </a:cubicBezTo>
                  <a:cubicBezTo>
                    <a:pt x="1329" y="122"/>
                    <a:pt x="1327" y="126"/>
                    <a:pt x="1326" y="131"/>
                  </a:cubicBezTo>
                  <a:cubicBezTo>
                    <a:pt x="1323" y="124"/>
                    <a:pt x="1321" y="118"/>
                    <a:pt x="1321" y="118"/>
                  </a:cubicBezTo>
                  <a:cubicBezTo>
                    <a:pt x="1321" y="118"/>
                    <a:pt x="1313" y="121"/>
                    <a:pt x="1306" y="127"/>
                  </a:cubicBezTo>
                  <a:cubicBezTo>
                    <a:pt x="1304" y="112"/>
                    <a:pt x="1293" y="97"/>
                    <a:pt x="1293" y="97"/>
                  </a:cubicBezTo>
                  <a:cubicBezTo>
                    <a:pt x="1293" y="97"/>
                    <a:pt x="1271" y="110"/>
                    <a:pt x="1267" y="126"/>
                  </a:cubicBezTo>
                  <a:cubicBezTo>
                    <a:pt x="1263" y="118"/>
                    <a:pt x="1259" y="112"/>
                    <a:pt x="1259" y="112"/>
                  </a:cubicBezTo>
                  <a:cubicBezTo>
                    <a:pt x="1259" y="112"/>
                    <a:pt x="1249" y="118"/>
                    <a:pt x="1242" y="127"/>
                  </a:cubicBezTo>
                  <a:cubicBezTo>
                    <a:pt x="1246" y="118"/>
                    <a:pt x="1247" y="110"/>
                    <a:pt x="1247" y="110"/>
                  </a:cubicBezTo>
                  <a:cubicBezTo>
                    <a:pt x="1247" y="110"/>
                    <a:pt x="1219" y="103"/>
                    <a:pt x="1201" y="110"/>
                  </a:cubicBezTo>
                  <a:cubicBezTo>
                    <a:pt x="1199" y="103"/>
                    <a:pt x="1196" y="95"/>
                    <a:pt x="1194" y="90"/>
                  </a:cubicBezTo>
                  <a:cubicBezTo>
                    <a:pt x="1191" y="84"/>
                    <a:pt x="1189" y="80"/>
                    <a:pt x="1189" y="80"/>
                  </a:cubicBezTo>
                  <a:cubicBezTo>
                    <a:pt x="1189" y="80"/>
                    <a:pt x="1176" y="87"/>
                    <a:pt x="1166" y="97"/>
                  </a:cubicBezTo>
                  <a:cubicBezTo>
                    <a:pt x="1158" y="96"/>
                    <a:pt x="1141" y="96"/>
                    <a:pt x="1131" y="103"/>
                  </a:cubicBezTo>
                  <a:cubicBezTo>
                    <a:pt x="1130" y="89"/>
                    <a:pt x="1123" y="74"/>
                    <a:pt x="1123" y="74"/>
                  </a:cubicBezTo>
                  <a:cubicBezTo>
                    <a:pt x="1123" y="74"/>
                    <a:pt x="1108" y="81"/>
                    <a:pt x="1098" y="91"/>
                  </a:cubicBezTo>
                  <a:cubicBezTo>
                    <a:pt x="1088" y="82"/>
                    <a:pt x="1073" y="78"/>
                    <a:pt x="1073" y="78"/>
                  </a:cubicBezTo>
                  <a:cubicBezTo>
                    <a:pt x="1073" y="78"/>
                    <a:pt x="1072" y="81"/>
                    <a:pt x="1071" y="87"/>
                  </a:cubicBezTo>
                  <a:cubicBezTo>
                    <a:pt x="1067" y="82"/>
                    <a:pt x="1062" y="78"/>
                    <a:pt x="1057" y="75"/>
                  </a:cubicBezTo>
                  <a:cubicBezTo>
                    <a:pt x="1052" y="72"/>
                    <a:pt x="1047" y="70"/>
                    <a:pt x="1044" y="68"/>
                  </a:cubicBezTo>
                  <a:cubicBezTo>
                    <a:pt x="1040" y="67"/>
                    <a:pt x="1038" y="66"/>
                    <a:pt x="1038" y="66"/>
                  </a:cubicBezTo>
                  <a:cubicBezTo>
                    <a:pt x="1038" y="66"/>
                    <a:pt x="1036" y="70"/>
                    <a:pt x="1035" y="75"/>
                  </a:cubicBezTo>
                  <a:cubicBezTo>
                    <a:pt x="1032" y="68"/>
                    <a:pt x="1029" y="63"/>
                    <a:pt x="1029" y="63"/>
                  </a:cubicBezTo>
                  <a:cubicBezTo>
                    <a:pt x="1029" y="63"/>
                    <a:pt x="1022" y="66"/>
                    <a:pt x="1015" y="72"/>
                  </a:cubicBezTo>
                  <a:cubicBezTo>
                    <a:pt x="1012" y="58"/>
                    <a:pt x="1000" y="44"/>
                    <a:pt x="1000" y="44"/>
                  </a:cubicBezTo>
                  <a:cubicBezTo>
                    <a:pt x="1000" y="44"/>
                    <a:pt x="979" y="58"/>
                    <a:pt x="976" y="74"/>
                  </a:cubicBezTo>
                  <a:cubicBezTo>
                    <a:pt x="972" y="67"/>
                    <a:pt x="968" y="61"/>
                    <a:pt x="968" y="61"/>
                  </a:cubicBezTo>
                  <a:cubicBezTo>
                    <a:pt x="968" y="61"/>
                    <a:pt x="958" y="68"/>
                    <a:pt x="951" y="77"/>
                  </a:cubicBezTo>
                  <a:cubicBezTo>
                    <a:pt x="954" y="68"/>
                    <a:pt x="956" y="60"/>
                    <a:pt x="956" y="60"/>
                  </a:cubicBezTo>
                  <a:cubicBezTo>
                    <a:pt x="956" y="60"/>
                    <a:pt x="927" y="55"/>
                    <a:pt x="909" y="64"/>
                  </a:cubicBezTo>
                  <a:cubicBezTo>
                    <a:pt x="905" y="48"/>
                    <a:pt x="895" y="34"/>
                    <a:pt x="895" y="34"/>
                  </a:cubicBezTo>
                  <a:cubicBezTo>
                    <a:pt x="895" y="34"/>
                    <a:pt x="883" y="42"/>
                    <a:pt x="873" y="52"/>
                  </a:cubicBezTo>
                  <a:cubicBezTo>
                    <a:pt x="866" y="52"/>
                    <a:pt x="849" y="54"/>
                    <a:pt x="839" y="61"/>
                  </a:cubicBezTo>
                  <a:cubicBezTo>
                    <a:pt x="837" y="47"/>
                    <a:pt x="829" y="33"/>
                    <a:pt x="829" y="33"/>
                  </a:cubicBezTo>
                  <a:cubicBezTo>
                    <a:pt x="829" y="33"/>
                    <a:pt x="814" y="41"/>
                    <a:pt x="806" y="51"/>
                  </a:cubicBezTo>
                  <a:cubicBezTo>
                    <a:pt x="794" y="44"/>
                    <a:pt x="780" y="40"/>
                    <a:pt x="780" y="40"/>
                  </a:cubicBezTo>
                  <a:cubicBezTo>
                    <a:pt x="780" y="40"/>
                    <a:pt x="779" y="44"/>
                    <a:pt x="778" y="49"/>
                  </a:cubicBezTo>
                  <a:cubicBezTo>
                    <a:pt x="774" y="45"/>
                    <a:pt x="769" y="41"/>
                    <a:pt x="763" y="38"/>
                  </a:cubicBezTo>
                  <a:cubicBezTo>
                    <a:pt x="753" y="33"/>
                    <a:pt x="743" y="31"/>
                    <a:pt x="743" y="31"/>
                  </a:cubicBezTo>
                  <a:cubicBezTo>
                    <a:pt x="743" y="31"/>
                    <a:pt x="742" y="34"/>
                    <a:pt x="742" y="40"/>
                  </a:cubicBezTo>
                  <a:cubicBezTo>
                    <a:pt x="738" y="33"/>
                    <a:pt x="735" y="28"/>
                    <a:pt x="735" y="28"/>
                  </a:cubicBezTo>
                  <a:cubicBezTo>
                    <a:pt x="735" y="28"/>
                    <a:pt x="728" y="32"/>
                    <a:pt x="721" y="38"/>
                  </a:cubicBezTo>
                  <a:cubicBezTo>
                    <a:pt x="718" y="25"/>
                    <a:pt x="705" y="11"/>
                    <a:pt x="705" y="11"/>
                  </a:cubicBezTo>
                  <a:cubicBezTo>
                    <a:pt x="705" y="11"/>
                    <a:pt x="684" y="27"/>
                    <a:pt x="683" y="43"/>
                  </a:cubicBezTo>
                  <a:cubicBezTo>
                    <a:pt x="678" y="36"/>
                    <a:pt x="673" y="31"/>
                    <a:pt x="673" y="31"/>
                  </a:cubicBezTo>
                  <a:cubicBezTo>
                    <a:pt x="673" y="31"/>
                    <a:pt x="664" y="38"/>
                    <a:pt x="658" y="48"/>
                  </a:cubicBezTo>
                  <a:cubicBezTo>
                    <a:pt x="660" y="38"/>
                    <a:pt x="661" y="30"/>
                    <a:pt x="661" y="30"/>
                  </a:cubicBezTo>
                  <a:cubicBezTo>
                    <a:pt x="661" y="30"/>
                    <a:pt x="632" y="27"/>
                    <a:pt x="615" y="37"/>
                  </a:cubicBezTo>
                  <a:cubicBezTo>
                    <a:pt x="610" y="23"/>
                    <a:pt x="599" y="9"/>
                    <a:pt x="599" y="9"/>
                  </a:cubicBezTo>
                  <a:cubicBezTo>
                    <a:pt x="599" y="9"/>
                    <a:pt x="587" y="17"/>
                    <a:pt x="578" y="28"/>
                  </a:cubicBezTo>
                  <a:cubicBezTo>
                    <a:pt x="571" y="29"/>
                    <a:pt x="554" y="32"/>
                    <a:pt x="545" y="39"/>
                  </a:cubicBezTo>
                  <a:cubicBezTo>
                    <a:pt x="542" y="26"/>
                    <a:pt x="533" y="13"/>
                    <a:pt x="533" y="13"/>
                  </a:cubicBezTo>
                  <a:cubicBezTo>
                    <a:pt x="533" y="13"/>
                    <a:pt x="519" y="21"/>
                    <a:pt x="511" y="32"/>
                  </a:cubicBezTo>
                  <a:cubicBezTo>
                    <a:pt x="499" y="25"/>
                    <a:pt x="484" y="23"/>
                    <a:pt x="484" y="23"/>
                  </a:cubicBezTo>
                  <a:cubicBezTo>
                    <a:pt x="484" y="23"/>
                    <a:pt x="483" y="27"/>
                    <a:pt x="483" y="32"/>
                  </a:cubicBezTo>
                  <a:cubicBezTo>
                    <a:pt x="479" y="28"/>
                    <a:pt x="473" y="25"/>
                    <a:pt x="468" y="22"/>
                  </a:cubicBezTo>
                  <a:cubicBezTo>
                    <a:pt x="457" y="18"/>
                    <a:pt x="447" y="16"/>
                    <a:pt x="447" y="16"/>
                  </a:cubicBezTo>
                  <a:cubicBezTo>
                    <a:pt x="447" y="16"/>
                    <a:pt x="446" y="20"/>
                    <a:pt x="446" y="25"/>
                  </a:cubicBezTo>
                  <a:cubicBezTo>
                    <a:pt x="442" y="19"/>
                    <a:pt x="438" y="14"/>
                    <a:pt x="438" y="14"/>
                  </a:cubicBezTo>
                  <a:cubicBezTo>
                    <a:pt x="438" y="14"/>
                    <a:pt x="432" y="19"/>
                    <a:pt x="426" y="25"/>
                  </a:cubicBezTo>
                  <a:cubicBezTo>
                    <a:pt x="421" y="12"/>
                    <a:pt x="407" y="0"/>
                    <a:pt x="407" y="0"/>
                  </a:cubicBezTo>
                  <a:cubicBezTo>
                    <a:pt x="407" y="0"/>
                    <a:pt x="388" y="17"/>
                    <a:pt x="388" y="33"/>
                  </a:cubicBezTo>
                  <a:cubicBezTo>
                    <a:pt x="383" y="26"/>
                    <a:pt x="377" y="22"/>
                    <a:pt x="377" y="22"/>
                  </a:cubicBezTo>
                  <a:cubicBezTo>
                    <a:pt x="377" y="22"/>
                    <a:pt x="369" y="29"/>
                    <a:pt x="363" y="40"/>
                  </a:cubicBezTo>
                  <a:cubicBezTo>
                    <a:pt x="365" y="30"/>
                    <a:pt x="365" y="22"/>
                    <a:pt x="365" y="22"/>
                  </a:cubicBezTo>
                  <a:cubicBezTo>
                    <a:pt x="365" y="22"/>
                    <a:pt x="336" y="21"/>
                    <a:pt x="319" y="32"/>
                  </a:cubicBezTo>
                  <a:cubicBezTo>
                    <a:pt x="313" y="18"/>
                    <a:pt x="301" y="5"/>
                    <a:pt x="301" y="5"/>
                  </a:cubicBezTo>
                  <a:cubicBezTo>
                    <a:pt x="301" y="5"/>
                    <a:pt x="290" y="15"/>
                    <a:pt x="282" y="26"/>
                  </a:cubicBezTo>
                  <a:cubicBezTo>
                    <a:pt x="275" y="28"/>
                    <a:pt x="259" y="31"/>
                    <a:pt x="250" y="40"/>
                  </a:cubicBezTo>
                  <a:cubicBezTo>
                    <a:pt x="246" y="27"/>
                    <a:pt x="235" y="14"/>
                    <a:pt x="235" y="14"/>
                  </a:cubicBezTo>
                  <a:cubicBezTo>
                    <a:pt x="235" y="14"/>
                    <a:pt x="222" y="24"/>
                    <a:pt x="215" y="36"/>
                  </a:cubicBezTo>
                  <a:cubicBezTo>
                    <a:pt x="203" y="30"/>
                    <a:pt x="188" y="28"/>
                    <a:pt x="188" y="28"/>
                  </a:cubicBezTo>
                  <a:cubicBezTo>
                    <a:pt x="188" y="28"/>
                    <a:pt x="187" y="32"/>
                    <a:pt x="187" y="38"/>
                  </a:cubicBezTo>
                  <a:cubicBezTo>
                    <a:pt x="183" y="34"/>
                    <a:pt x="177" y="31"/>
                    <a:pt x="171" y="30"/>
                  </a:cubicBezTo>
                  <a:cubicBezTo>
                    <a:pt x="161" y="26"/>
                    <a:pt x="150" y="25"/>
                    <a:pt x="150" y="25"/>
                  </a:cubicBezTo>
                  <a:cubicBezTo>
                    <a:pt x="150" y="25"/>
                    <a:pt x="150" y="29"/>
                    <a:pt x="150" y="34"/>
                  </a:cubicBezTo>
                  <a:cubicBezTo>
                    <a:pt x="146" y="28"/>
                    <a:pt x="141" y="24"/>
                    <a:pt x="141" y="24"/>
                  </a:cubicBezTo>
                  <a:cubicBezTo>
                    <a:pt x="141" y="24"/>
                    <a:pt x="135" y="29"/>
                    <a:pt x="130" y="36"/>
                  </a:cubicBezTo>
                  <a:cubicBezTo>
                    <a:pt x="124" y="23"/>
                    <a:pt x="109" y="12"/>
                    <a:pt x="109" y="12"/>
                  </a:cubicBezTo>
                  <a:cubicBezTo>
                    <a:pt x="109" y="12"/>
                    <a:pt x="92" y="32"/>
                    <a:pt x="93" y="48"/>
                  </a:cubicBezTo>
                  <a:cubicBezTo>
                    <a:pt x="87" y="41"/>
                    <a:pt x="81" y="37"/>
                    <a:pt x="81" y="37"/>
                  </a:cubicBezTo>
                  <a:cubicBezTo>
                    <a:pt x="81" y="37"/>
                    <a:pt x="79" y="39"/>
                    <a:pt x="76" y="43"/>
                  </a:cubicBezTo>
                  <a:cubicBezTo>
                    <a:pt x="74" y="46"/>
                    <a:pt x="71" y="51"/>
                    <a:pt x="69" y="57"/>
                  </a:cubicBezTo>
                  <a:cubicBezTo>
                    <a:pt x="70" y="47"/>
                    <a:pt x="69" y="39"/>
                    <a:pt x="69" y="39"/>
                  </a:cubicBezTo>
                  <a:cubicBezTo>
                    <a:pt x="69" y="39"/>
                    <a:pt x="40" y="41"/>
                    <a:pt x="24" y="54"/>
                  </a:cubicBezTo>
                  <a:cubicBezTo>
                    <a:pt x="17" y="40"/>
                    <a:pt x="3" y="29"/>
                    <a:pt x="3" y="29"/>
                  </a:cubicBezTo>
                  <a:cubicBezTo>
                    <a:pt x="3" y="29"/>
                    <a:pt x="2" y="31"/>
                    <a:pt x="0" y="33"/>
                  </a:cubicBezTo>
                  <a:cubicBezTo>
                    <a:pt x="0" y="292"/>
                    <a:pt x="0" y="292"/>
                    <a:pt x="0" y="292"/>
                  </a:cubicBezTo>
                  <a:cubicBezTo>
                    <a:pt x="1809" y="292"/>
                    <a:pt x="1809" y="292"/>
                    <a:pt x="1809" y="292"/>
                  </a:cubicBezTo>
                  <a:cubicBezTo>
                    <a:pt x="1812" y="287"/>
                    <a:pt x="1814" y="284"/>
                    <a:pt x="1814" y="284"/>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51" name="Google Shape;1551;p24"/>
          <p:cNvGrpSpPr/>
          <p:nvPr/>
        </p:nvGrpSpPr>
        <p:grpSpPr>
          <a:xfrm flipH="1">
            <a:off x="-264014" y="382883"/>
            <a:ext cx="9038612" cy="983467"/>
            <a:chOff x="671477" y="204283"/>
            <a:chExt cx="9038612" cy="983467"/>
          </a:xfrm>
        </p:grpSpPr>
        <p:sp>
          <p:nvSpPr>
            <p:cNvPr id="1552" name="Google Shape;1552;p24"/>
            <p:cNvSpPr/>
            <p:nvPr/>
          </p:nvSpPr>
          <p:spPr>
            <a:xfrm>
              <a:off x="671477" y="305863"/>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3" name="Google Shape;1553;p24"/>
            <p:cNvSpPr/>
            <p:nvPr/>
          </p:nvSpPr>
          <p:spPr>
            <a:xfrm flipH="1">
              <a:off x="8999281" y="910680"/>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4" name="Google Shape;1554;p24"/>
            <p:cNvSpPr/>
            <p:nvPr/>
          </p:nvSpPr>
          <p:spPr>
            <a:xfrm>
              <a:off x="7566477" y="204283"/>
              <a:ext cx="985601" cy="384175"/>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55" name="Google Shape;1555;p24"/>
          <p:cNvGrpSpPr/>
          <p:nvPr/>
        </p:nvGrpSpPr>
        <p:grpSpPr>
          <a:xfrm flipH="1">
            <a:off x="-68398" y="4608493"/>
            <a:ext cx="1793331" cy="532196"/>
            <a:chOff x="4865200" y="2376538"/>
            <a:chExt cx="4022725" cy="1193801"/>
          </a:xfrm>
        </p:grpSpPr>
        <p:sp>
          <p:nvSpPr>
            <p:cNvPr id="1556" name="Google Shape;1556;p24"/>
            <p:cNvSpPr/>
            <p:nvPr/>
          </p:nvSpPr>
          <p:spPr>
            <a:xfrm>
              <a:off x="4865200" y="2376538"/>
              <a:ext cx="2357439" cy="1193801"/>
            </a:xfrm>
            <a:custGeom>
              <a:avLst/>
              <a:gdLst/>
              <a:ahLst/>
              <a:cxnLst/>
              <a:rect l="l" t="t" r="r" b="b"/>
              <a:pathLst>
                <a:path w="1288" h="652" extrusionOk="0">
                  <a:moveTo>
                    <a:pt x="1288" y="652"/>
                  </a:moveTo>
                  <a:cubicBezTo>
                    <a:pt x="131" y="652"/>
                    <a:pt x="131" y="652"/>
                    <a:pt x="131" y="652"/>
                  </a:cubicBezTo>
                  <a:cubicBezTo>
                    <a:pt x="59" y="652"/>
                    <a:pt x="0" y="594"/>
                    <a:pt x="0" y="521"/>
                  </a:cubicBezTo>
                  <a:cubicBezTo>
                    <a:pt x="0" y="521"/>
                    <a:pt x="0" y="521"/>
                    <a:pt x="0" y="521"/>
                  </a:cubicBezTo>
                  <a:cubicBezTo>
                    <a:pt x="0" y="494"/>
                    <a:pt x="9" y="467"/>
                    <a:pt x="25" y="445"/>
                  </a:cubicBezTo>
                  <a:cubicBezTo>
                    <a:pt x="53" y="406"/>
                    <a:pt x="53" y="406"/>
                    <a:pt x="53" y="406"/>
                  </a:cubicBezTo>
                  <a:cubicBezTo>
                    <a:pt x="236" y="151"/>
                    <a:pt x="531" y="0"/>
                    <a:pt x="844" y="0"/>
                  </a:cubicBezTo>
                  <a:cubicBezTo>
                    <a:pt x="1288" y="0"/>
                    <a:pt x="1288" y="0"/>
                    <a:pt x="1288" y="0"/>
                  </a:cubicBezTo>
                  <a:lnTo>
                    <a:pt x="1288" y="65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24"/>
            <p:cNvSpPr/>
            <p:nvPr/>
          </p:nvSpPr>
          <p:spPr>
            <a:xfrm>
              <a:off x="4865200" y="3330625"/>
              <a:ext cx="1146175" cy="239712"/>
            </a:xfrm>
            <a:custGeom>
              <a:avLst/>
              <a:gdLst/>
              <a:ahLst/>
              <a:cxnLst/>
              <a:rect l="l" t="t" r="r" b="b"/>
              <a:pathLst>
                <a:path w="626" h="131" extrusionOk="0">
                  <a:moveTo>
                    <a:pt x="0" y="0"/>
                  </a:moveTo>
                  <a:cubicBezTo>
                    <a:pt x="0" y="73"/>
                    <a:pt x="59" y="131"/>
                    <a:pt x="131" y="131"/>
                  </a:cubicBezTo>
                  <a:cubicBezTo>
                    <a:pt x="626" y="131"/>
                    <a:pt x="626" y="131"/>
                    <a:pt x="626" y="131"/>
                  </a:cubicBezTo>
                  <a:cubicBezTo>
                    <a:pt x="626" y="0"/>
                    <a:pt x="626" y="0"/>
                    <a:pt x="626" y="0"/>
                  </a:cubicBezTo>
                  <a:lnTo>
                    <a:pt x="0"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24"/>
            <p:cNvSpPr/>
            <p:nvPr/>
          </p:nvSpPr>
          <p:spPr>
            <a:xfrm>
              <a:off x="4896950" y="3451275"/>
              <a:ext cx="1114424" cy="119062"/>
            </a:xfrm>
            <a:custGeom>
              <a:avLst/>
              <a:gdLst/>
              <a:ahLst/>
              <a:cxnLst/>
              <a:rect l="l" t="t" r="r" b="b"/>
              <a:pathLst>
                <a:path w="609" h="65" extrusionOk="0">
                  <a:moveTo>
                    <a:pt x="114" y="65"/>
                  </a:moveTo>
                  <a:cubicBezTo>
                    <a:pt x="609" y="65"/>
                    <a:pt x="609" y="65"/>
                    <a:pt x="609" y="65"/>
                  </a:cubicBezTo>
                  <a:cubicBezTo>
                    <a:pt x="609" y="0"/>
                    <a:pt x="609" y="0"/>
                    <a:pt x="609" y="0"/>
                  </a:cubicBezTo>
                  <a:cubicBezTo>
                    <a:pt x="0" y="0"/>
                    <a:pt x="0" y="0"/>
                    <a:pt x="0" y="0"/>
                  </a:cubicBezTo>
                  <a:cubicBezTo>
                    <a:pt x="23" y="39"/>
                    <a:pt x="65" y="65"/>
                    <a:pt x="114" y="6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24"/>
            <p:cNvSpPr/>
            <p:nvPr/>
          </p:nvSpPr>
          <p:spPr>
            <a:xfrm>
              <a:off x="4938225" y="2903588"/>
              <a:ext cx="1104900" cy="247650"/>
            </a:xfrm>
            <a:custGeom>
              <a:avLst/>
              <a:gdLst/>
              <a:ahLst/>
              <a:cxnLst/>
              <a:rect l="l" t="t" r="r" b="b"/>
              <a:pathLst>
                <a:path w="604" h="135" extrusionOk="0">
                  <a:moveTo>
                    <a:pt x="604" y="0"/>
                  </a:moveTo>
                  <a:cubicBezTo>
                    <a:pt x="604" y="135"/>
                    <a:pt x="604" y="135"/>
                    <a:pt x="604" y="135"/>
                  </a:cubicBezTo>
                  <a:cubicBezTo>
                    <a:pt x="0" y="135"/>
                    <a:pt x="0" y="135"/>
                    <a:pt x="0" y="135"/>
                  </a:cubicBezTo>
                  <a:cubicBezTo>
                    <a:pt x="13" y="118"/>
                    <a:pt x="13" y="118"/>
                    <a:pt x="13" y="118"/>
                  </a:cubicBezTo>
                  <a:cubicBezTo>
                    <a:pt x="43" y="76"/>
                    <a:pt x="77" y="36"/>
                    <a:pt x="113" y="0"/>
                  </a:cubicBezTo>
                  <a:lnTo>
                    <a:pt x="60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24"/>
            <p:cNvSpPr/>
            <p:nvPr/>
          </p:nvSpPr>
          <p:spPr>
            <a:xfrm>
              <a:off x="4966800" y="2541638"/>
              <a:ext cx="1508125" cy="573087"/>
            </a:xfrm>
            <a:custGeom>
              <a:avLst/>
              <a:gdLst/>
              <a:ahLst/>
              <a:cxnLst/>
              <a:rect l="l" t="t" r="r" b="b"/>
              <a:pathLst>
                <a:path w="825" h="313" extrusionOk="0">
                  <a:moveTo>
                    <a:pt x="0" y="313"/>
                  </a:moveTo>
                  <a:cubicBezTo>
                    <a:pt x="825" y="313"/>
                    <a:pt x="825" y="313"/>
                    <a:pt x="825" y="313"/>
                  </a:cubicBezTo>
                  <a:cubicBezTo>
                    <a:pt x="825" y="0"/>
                    <a:pt x="825" y="0"/>
                    <a:pt x="825" y="0"/>
                  </a:cubicBezTo>
                  <a:cubicBezTo>
                    <a:pt x="382" y="0"/>
                    <a:pt x="382" y="0"/>
                    <a:pt x="382" y="0"/>
                  </a:cubicBezTo>
                  <a:cubicBezTo>
                    <a:pt x="232" y="69"/>
                    <a:pt x="100" y="176"/>
                    <a:pt x="0" y="31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24"/>
            <p:cNvSpPr/>
            <p:nvPr/>
          </p:nvSpPr>
          <p:spPr>
            <a:xfrm>
              <a:off x="5617675" y="2376538"/>
              <a:ext cx="3270250" cy="1193801"/>
            </a:xfrm>
            <a:custGeom>
              <a:avLst/>
              <a:gdLst/>
              <a:ahLst/>
              <a:cxnLst/>
              <a:rect l="l" t="t" r="r" b="b"/>
              <a:pathLst>
                <a:path w="1787" h="652" extrusionOk="0">
                  <a:moveTo>
                    <a:pt x="1787" y="0"/>
                  </a:moveTo>
                  <a:cubicBezTo>
                    <a:pt x="844" y="0"/>
                    <a:pt x="844" y="0"/>
                    <a:pt x="844" y="0"/>
                  </a:cubicBezTo>
                  <a:cubicBezTo>
                    <a:pt x="530" y="0"/>
                    <a:pt x="236" y="151"/>
                    <a:pt x="52" y="406"/>
                  </a:cubicBezTo>
                  <a:cubicBezTo>
                    <a:pt x="24" y="445"/>
                    <a:pt x="24" y="445"/>
                    <a:pt x="24" y="445"/>
                  </a:cubicBezTo>
                  <a:cubicBezTo>
                    <a:pt x="8" y="467"/>
                    <a:pt x="0" y="494"/>
                    <a:pt x="0" y="521"/>
                  </a:cubicBezTo>
                  <a:cubicBezTo>
                    <a:pt x="0" y="521"/>
                    <a:pt x="0" y="521"/>
                    <a:pt x="0" y="521"/>
                  </a:cubicBezTo>
                  <a:cubicBezTo>
                    <a:pt x="0" y="594"/>
                    <a:pt x="58" y="652"/>
                    <a:pt x="131" y="652"/>
                  </a:cubicBezTo>
                  <a:cubicBezTo>
                    <a:pt x="1787" y="652"/>
                    <a:pt x="1787" y="652"/>
                    <a:pt x="1787" y="652"/>
                  </a:cubicBezTo>
                  <a:lnTo>
                    <a:pt x="1787"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24"/>
            <p:cNvSpPr/>
            <p:nvPr/>
          </p:nvSpPr>
          <p:spPr>
            <a:xfrm>
              <a:off x="5690700" y="2903588"/>
              <a:ext cx="3197224" cy="247650"/>
            </a:xfrm>
            <a:custGeom>
              <a:avLst/>
              <a:gdLst/>
              <a:ahLst/>
              <a:cxnLst/>
              <a:rect l="l" t="t" r="r" b="b"/>
              <a:pathLst>
                <a:path w="1747" h="135" extrusionOk="0">
                  <a:moveTo>
                    <a:pt x="1747" y="0"/>
                  </a:moveTo>
                  <a:cubicBezTo>
                    <a:pt x="1747" y="135"/>
                    <a:pt x="1747" y="135"/>
                    <a:pt x="1747" y="135"/>
                  </a:cubicBezTo>
                  <a:cubicBezTo>
                    <a:pt x="0" y="135"/>
                    <a:pt x="0" y="135"/>
                    <a:pt x="0" y="135"/>
                  </a:cubicBezTo>
                  <a:cubicBezTo>
                    <a:pt x="12" y="118"/>
                    <a:pt x="12" y="118"/>
                    <a:pt x="12" y="118"/>
                  </a:cubicBezTo>
                  <a:cubicBezTo>
                    <a:pt x="43" y="76"/>
                    <a:pt x="76" y="36"/>
                    <a:pt x="112" y="0"/>
                  </a:cubicBezTo>
                  <a:lnTo>
                    <a:pt x="1747"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24"/>
            <p:cNvSpPr/>
            <p:nvPr/>
          </p:nvSpPr>
          <p:spPr>
            <a:xfrm>
              <a:off x="5717688" y="2541638"/>
              <a:ext cx="696913" cy="573087"/>
            </a:xfrm>
            <a:custGeom>
              <a:avLst/>
              <a:gdLst/>
              <a:ahLst/>
              <a:cxnLst/>
              <a:rect l="l" t="t" r="r" b="b"/>
              <a:pathLst>
                <a:path w="381" h="313" extrusionOk="0">
                  <a:moveTo>
                    <a:pt x="0" y="313"/>
                  </a:moveTo>
                  <a:cubicBezTo>
                    <a:pt x="241" y="313"/>
                    <a:pt x="241" y="313"/>
                    <a:pt x="241" y="313"/>
                  </a:cubicBezTo>
                  <a:cubicBezTo>
                    <a:pt x="319" y="313"/>
                    <a:pt x="381" y="250"/>
                    <a:pt x="381" y="173"/>
                  </a:cubicBezTo>
                  <a:cubicBezTo>
                    <a:pt x="381" y="0"/>
                    <a:pt x="381" y="0"/>
                    <a:pt x="381" y="0"/>
                  </a:cubicBezTo>
                  <a:cubicBezTo>
                    <a:pt x="231" y="69"/>
                    <a:pt x="99" y="176"/>
                    <a:pt x="0" y="313"/>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24"/>
            <p:cNvSpPr/>
            <p:nvPr/>
          </p:nvSpPr>
          <p:spPr>
            <a:xfrm>
              <a:off x="5617675" y="3330625"/>
              <a:ext cx="3270250" cy="239712"/>
            </a:xfrm>
            <a:custGeom>
              <a:avLst/>
              <a:gdLst/>
              <a:ahLst/>
              <a:cxnLst/>
              <a:rect l="l" t="t" r="r" b="b"/>
              <a:pathLst>
                <a:path w="1787" h="131" extrusionOk="0">
                  <a:moveTo>
                    <a:pt x="1787" y="0"/>
                  </a:moveTo>
                  <a:cubicBezTo>
                    <a:pt x="1787" y="131"/>
                    <a:pt x="1787" y="131"/>
                    <a:pt x="1787" y="131"/>
                  </a:cubicBezTo>
                  <a:cubicBezTo>
                    <a:pt x="131" y="131"/>
                    <a:pt x="131" y="131"/>
                    <a:pt x="131" y="131"/>
                  </a:cubicBezTo>
                  <a:cubicBezTo>
                    <a:pt x="82" y="131"/>
                    <a:pt x="40" y="105"/>
                    <a:pt x="17" y="66"/>
                  </a:cubicBezTo>
                  <a:cubicBezTo>
                    <a:pt x="6" y="47"/>
                    <a:pt x="0" y="24"/>
                    <a:pt x="0" y="0"/>
                  </a:cubicBezTo>
                  <a:lnTo>
                    <a:pt x="1787"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5" name="Google Shape;1565;p24"/>
            <p:cNvSpPr/>
            <p:nvPr/>
          </p:nvSpPr>
          <p:spPr>
            <a:xfrm>
              <a:off x="5647838" y="3451275"/>
              <a:ext cx="3240087" cy="119062"/>
            </a:xfrm>
            <a:custGeom>
              <a:avLst/>
              <a:gdLst/>
              <a:ahLst/>
              <a:cxnLst/>
              <a:rect l="l" t="t" r="r" b="b"/>
              <a:pathLst>
                <a:path w="1770" h="65" extrusionOk="0">
                  <a:moveTo>
                    <a:pt x="1770" y="0"/>
                  </a:moveTo>
                  <a:cubicBezTo>
                    <a:pt x="1770" y="65"/>
                    <a:pt x="1770" y="65"/>
                    <a:pt x="1770" y="65"/>
                  </a:cubicBezTo>
                  <a:cubicBezTo>
                    <a:pt x="114" y="65"/>
                    <a:pt x="114" y="65"/>
                    <a:pt x="114" y="65"/>
                  </a:cubicBezTo>
                  <a:cubicBezTo>
                    <a:pt x="65" y="65"/>
                    <a:pt x="23" y="39"/>
                    <a:pt x="0" y="0"/>
                  </a:cubicBezTo>
                  <a:lnTo>
                    <a:pt x="177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6" name="Google Shape;1566;p24"/>
            <p:cNvSpPr/>
            <p:nvPr/>
          </p:nvSpPr>
          <p:spPr>
            <a:xfrm>
              <a:off x="6630500" y="2541638"/>
              <a:ext cx="449263" cy="858837"/>
            </a:xfrm>
            <a:custGeom>
              <a:avLst/>
              <a:gdLst/>
              <a:ahLst/>
              <a:cxnLst/>
              <a:rect l="l" t="t" r="r" b="b"/>
              <a:pathLst>
                <a:path w="245" h="469" extrusionOk="0">
                  <a:moveTo>
                    <a:pt x="207" y="0"/>
                  </a:moveTo>
                  <a:cubicBezTo>
                    <a:pt x="38" y="0"/>
                    <a:pt x="38" y="0"/>
                    <a:pt x="38" y="0"/>
                  </a:cubicBezTo>
                  <a:cubicBezTo>
                    <a:pt x="17" y="0"/>
                    <a:pt x="0" y="17"/>
                    <a:pt x="0" y="38"/>
                  </a:cubicBezTo>
                  <a:cubicBezTo>
                    <a:pt x="0" y="431"/>
                    <a:pt x="0" y="431"/>
                    <a:pt x="0" y="431"/>
                  </a:cubicBezTo>
                  <a:cubicBezTo>
                    <a:pt x="0" y="452"/>
                    <a:pt x="17" y="469"/>
                    <a:pt x="38" y="469"/>
                  </a:cubicBezTo>
                  <a:cubicBezTo>
                    <a:pt x="207" y="469"/>
                    <a:pt x="207" y="469"/>
                    <a:pt x="207" y="469"/>
                  </a:cubicBezTo>
                  <a:cubicBezTo>
                    <a:pt x="228" y="469"/>
                    <a:pt x="245" y="452"/>
                    <a:pt x="245" y="431"/>
                  </a:cubicBezTo>
                  <a:cubicBezTo>
                    <a:pt x="245" y="38"/>
                    <a:pt x="245" y="38"/>
                    <a:pt x="245" y="38"/>
                  </a:cubicBezTo>
                  <a:cubicBezTo>
                    <a:pt x="245" y="17"/>
                    <a:pt x="228" y="0"/>
                    <a:pt x="207" y="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24"/>
            <p:cNvSpPr/>
            <p:nvPr/>
          </p:nvSpPr>
          <p:spPr>
            <a:xfrm>
              <a:off x="6695588" y="2601963"/>
              <a:ext cx="319088" cy="320675"/>
            </a:xfrm>
            <a:custGeom>
              <a:avLst/>
              <a:gdLst/>
              <a:ahLst/>
              <a:cxnLst/>
              <a:rect l="l" t="t" r="r" b="b"/>
              <a:pathLst>
                <a:path w="175" h="175" extrusionOk="0">
                  <a:moveTo>
                    <a:pt x="155" y="0"/>
                  </a:moveTo>
                  <a:cubicBezTo>
                    <a:pt x="20" y="0"/>
                    <a:pt x="20" y="0"/>
                    <a:pt x="20" y="0"/>
                  </a:cubicBezTo>
                  <a:cubicBezTo>
                    <a:pt x="9" y="0"/>
                    <a:pt x="0" y="9"/>
                    <a:pt x="0" y="20"/>
                  </a:cubicBezTo>
                  <a:cubicBezTo>
                    <a:pt x="0" y="155"/>
                    <a:pt x="0" y="155"/>
                    <a:pt x="0" y="155"/>
                  </a:cubicBezTo>
                  <a:cubicBezTo>
                    <a:pt x="0" y="166"/>
                    <a:pt x="9" y="175"/>
                    <a:pt x="20" y="175"/>
                  </a:cubicBezTo>
                  <a:cubicBezTo>
                    <a:pt x="155" y="175"/>
                    <a:pt x="155" y="175"/>
                    <a:pt x="155" y="175"/>
                  </a:cubicBezTo>
                  <a:cubicBezTo>
                    <a:pt x="166" y="175"/>
                    <a:pt x="175" y="166"/>
                    <a:pt x="175" y="155"/>
                  </a:cubicBezTo>
                  <a:cubicBezTo>
                    <a:pt x="175" y="20"/>
                    <a:pt x="175" y="20"/>
                    <a:pt x="175" y="20"/>
                  </a:cubicBezTo>
                  <a:cubicBezTo>
                    <a:pt x="175" y="9"/>
                    <a:pt x="166" y="0"/>
                    <a:pt x="15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24"/>
            <p:cNvSpPr/>
            <p:nvPr/>
          </p:nvSpPr>
          <p:spPr>
            <a:xfrm>
              <a:off x="6630500" y="3330625"/>
              <a:ext cx="449263" cy="69850"/>
            </a:xfrm>
            <a:custGeom>
              <a:avLst/>
              <a:gdLst/>
              <a:ahLst/>
              <a:cxnLst/>
              <a:rect l="l" t="t" r="r" b="b"/>
              <a:pathLst>
                <a:path w="245" h="38" extrusionOk="0">
                  <a:moveTo>
                    <a:pt x="0" y="0"/>
                  </a:moveTo>
                  <a:cubicBezTo>
                    <a:pt x="0" y="21"/>
                    <a:pt x="17" y="38"/>
                    <a:pt x="38" y="38"/>
                  </a:cubicBezTo>
                  <a:cubicBezTo>
                    <a:pt x="207" y="38"/>
                    <a:pt x="207" y="38"/>
                    <a:pt x="207" y="38"/>
                  </a:cubicBezTo>
                  <a:cubicBezTo>
                    <a:pt x="228" y="38"/>
                    <a:pt x="245" y="21"/>
                    <a:pt x="245" y="0"/>
                  </a:cubicBez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24"/>
            <p:cNvSpPr/>
            <p:nvPr/>
          </p:nvSpPr>
          <p:spPr>
            <a:xfrm>
              <a:off x="7073413" y="2654350"/>
              <a:ext cx="11113" cy="44450"/>
            </a:xfrm>
            <a:custGeom>
              <a:avLst/>
              <a:gdLst/>
              <a:ahLst/>
              <a:cxnLst/>
              <a:rect l="l" t="t" r="r" b="b"/>
              <a:pathLst>
                <a:path w="6" h="24" extrusionOk="0">
                  <a:moveTo>
                    <a:pt x="3" y="0"/>
                  </a:moveTo>
                  <a:cubicBezTo>
                    <a:pt x="2" y="0"/>
                    <a:pt x="2" y="0"/>
                    <a:pt x="2" y="0"/>
                  </a:cubicBezTo>
                  <a:cubicBezTo>
                    <a:pt x="1" y="0"/>
                    <a:pt x="0" y="1"/>
                    <a:pt x="0" y="2"/>
                  </a:cubicBezTo>
                  <a:cubicBezTo>
                    <a:pt x="0" y="22"/>
                    <a:pt x="0" y="22"/>
                    <a:pt x="0" y="22"/>
                  </a:cubicBezTo>
                  <a:cubicBezTo>
                    <a:pt x="0" y="23"/>
                    <a:pt x="1" y="24"/>
                    <a:pt x="2" y="24"/>
                  </a:cubicBezTo>
                  <a:cubicBezTo>
                    <a:pt x="3" y="24"/>
                    <a:pt x="3" y="24"/>
                    <a:pt x="3" y="24"/>
                  </a:cubicBezTo>
                  <a:cubicBezTo>
                    <a:pt x="5" y="24"/>
                    <a:pt x="6" y="23"/>
                    <a:pt x="6" y="22"/>
                  </a:cubicBezTo>
                  <a:cubicBezTo>
                    <a:pt x="6" y="2"/>
                    <a:pt x="6" y="2"/>
                    <a:pt x="6" y="2"/>
                  </a:cubicBezTo>
                  <a:cubicBezTo>
                    <a:pt x="6" y="1"/>
                    <a:pt x="5" y="0"/>
                    <a:pt x="3"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24"/>
            <p:cNvSpPr/>
            <p:nvPr/>
          </p:nvSpPr>
          <p:spPr>
            <a:xfrm>
              <a:off x="7073413" y="3236963"/>
              <a:ext cx="11113" cy="44450"/>
            </a:xfrm>
            <a:custGeom>
              <a:avLst/>
              <a:gdLst/>
              <a:ahLst/>
              <a:cxnLst/>
              <a:rect l="l" t="t" r="r" b="b"/>
              <a:pathLst>
                <a:path w="6" h="24" extrusionOk="0">
                  <a:moveTo>
                    <a:pt x="3" y="0"/>
                  </a:moveTo>
                  <a:cubicBezTo>
                    <a:pt x="2" y="0"/>
                    <a:pt x="2" y="0"/>
                    <a:pt x="2" y="0"/>
                  </a:cubicBezTo>
                  <a:cubicBezTo>
                    <a:pt x="1" y="0"/>
                    <a:pt x="0" y="1"/>
                    <a:pt x="0" y="2"/>
                  </a:cubicBezTo>
                  <a:cubicBezTo>
                    <a:pt x="0" y="22"/>
                    <a:pt x="0" y="22"/>
                    <a:pt x="0" y="22"/>
                  </a:cubicBezTo>
                  <a:cubicBezTo>
                    <a:pt x="0" y="23"/>
                    <a:pt x="1" y="24"/>
                    <a:pt x="2" y="24"/>
                  </a:cubicBezTo>
                  <a:cubicBezTo>
                    <a:pt x="3" y="24"/>
                    <a:pt x="3" y="24"/>
                    <a:pt x="3" y="24"/>
                  </a:cubicBezTo>
                  <a:cubicBezTo>
                    <a:pt x="5" y="24"/>
                    <a:pt x="6" y="23"/>
                    <a:pt x="6" y="22"/>
                  </a:cubicBezTo>
                  <a:cubicBezTo>
                    <a:pt x="6" y="2"/>
                    <a:pt x="6" y="2"/>
                    <a:pt x="6" y="2"/>
                  </a:cubicBezTo>
                  <a:cubicBezTo>
                    <a:pt x="6" y="1"/>
                    <a:pt x="5" y="0"/>
                    <a:pt x="3"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24"/>
            <p:cNvSpPr/>
            <p:nvPr/>
          </p:nvSpPr>
          <p:spPr>
            <a:xfrm>
              <a:off x="7514738" y="2541638"/>
              <a:ext cx="1206500" cy="523875"/>
            </a:xfrm>
            <a:custGeom>
              <a:avLst/>
              <a:gdLst/>
              <a:ahLst/>
              <a:cxnLst/>
              <a:rect l="l" t="t" r="r" b="b"/>
              <a:pathLst>
                <a:path w="659" h="286" extrusionOk="0">
                  <a:moveTo>
                    <a:pt x="621" y="0"/>
                  </a:moveTo>
                  <a:cubicBezTo>
                    <a:pt x="38" y="0"/>
                    <a:pt x="38" y="0"/>
                    <a:pt x="38" y="0"/>
                  </a:cubicBezTo>
                  <a:cubicBezTo>
                    <a:pt x="17" y="0"/>
                    <a:pt x="0" y="17"/>
                    <a:pt x="0" y="38"/>
                  </a:cubicBezTo>
                  <a:cubicBezTo>
                    <a:pt x="0" y="248"/>
                    <a:pt x="0" y="248"/>
                    <a:pt x="0" y="248"/>
                  </a:cubicBezTo>
                  <a:cubicBezTo>
                    <a:pt x="0" y="269"/>
                    <a:pt x="17" y="286"/>
                    <a:pt x="38" y="286"/>
                  </a:cubicBezTo>
                  <a:cubicBezTo>
                    <a:pt x="621" y="286"/>
                    <a:pt x="621" y="286"/>
                    <a:pt x="621" y="286"/>
                  </a:cubicBezTo>
                  <a:cubicBezTo>
                    <a:pt x="642" y="286"/>
                    <a:pt x="659" y="269"/>
                    <a:pt x="659" y="248"/>
                  </a:cubicBezTo>
                  <a:cubicBezTo>
                    <a:pt x="659" y="38"/>
                    <a:pt x="659" y="38"/>
                    <a:pt x="659" y="38"/>
                  </a:cubicBezTo>
                  <a:cubicBezTo>
                    <a:pt x="659" y="17"/>
                    <a:pt x="642" y="0"/>
                    <a:pt x="6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24"/>
            <p:cNvSpPr/>
            <p:nvPr/>
          </p:nvSpPr>
          <p:spPr>
            <a:xfrm>
              <a:off x="7197238" y="2660700"/>
              <a:ext cx="204900" cy="2031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73" name="Google Shape;1573;p24"/>
          <p:cNvGrpSpPr/>
          <p:nvPr/>
        </p:nvGrpSpPr>
        <p:grpSpPr>
          <a:xfrm flipH="1">
            <a:off x="2223853" y="4453708"/>
            <a:ext cx="1210309" cy="689783"/>
            <a:chOff x="344063" y="4453708"/>
            <a:chExt cx="1210309" cy="689783"/>
          </a:xfrm>
        </p:grpSpPr>
        <p:grpSp>
          <p:nvGrpSpPr>
            <p:cNvPr id="1574" name="Google Shape;1574;p24"/>
            <p:cNvGrpSpPr/>
            <p:nvPr/>
          </p:nvGrpSpPr>
          <p:grpSpPr>
            <a:xfrm>
              <a:off x="344063" y="4453708"/>
              <a:ext cx="243371" cy="689519"/>
              <a:chOff x="1539875" y="3257551"/>
              <a:chExt cx="511176" cy="1762125"/>
            </a:xfrm>
          </p:grpSpPr>
          <p:sp>
            <p:nvSpPr>
              <p:cNvPr id="1575" name="Google Shape;1575;p24"/>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6" name="Google Shape;1576;p24"/>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7" name="Google Shape;1577;p24"/>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8" name="Google Shape;1578;p24"/>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24"/>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24"/>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81" name="Google Shape;1581;p24"/>
            <p:cNvGrpSpPr/>
            <p:nvPr/>
          </p:nvGrpSpPr>
          <p:grpSpPr>
            <a:xfrm>
              <a:off x="1411549" y="4651019"/>
              <a:ext cx="142823" cy="492338"/>
              <a:chOff x="1539875" y="3257551"/>
              <a:chExt cx="511176" cy="1762125"/>
            </a:xfrm>
          </p:grpSpPr>
          <p:sp>
            <p:nvSpPr>
              <p:cNvPr id="1582" name="Google Shape;1582;p24"/>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3" name="Google Shape;1583;p24"/>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4" name="Google Shape;1584;p24"/>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24"/>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24"/>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7" name="Google Shape;1587;p24"/>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88" name="Google Shape;1588;p24"/>
            <p:cNvGrpSpPr/>
            <p:nvPr/>
          </p:nvGrpSpPr>
          <p:grpSpPr>
            <a:xfrm flipH="1">
              <a:off x="1151650" y="4547188"/>
              <a:ext cx="172931" cy="596303"/>
              <a:chOff x="1539875" y="3257551"/>
              <a:chExt cx="511176" cy="1762125"/>
            </a:xfrm>
          </p:grpSpPr>
          <p:sp>
            <p:nvSpPr>
              <p:cNvPr id="1589" name="Google Shape;1589;p24"/>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0" name="Google Shape;1590;p24"/>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1" name="Google Shape;1591;p24"/>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24"/>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24"/>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4" name="Google Shape;1594;p24"/>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95" name="Google Shape;1595;p24"/>
            <p:cNvGrpSpPr/>
            <p:nvPr/>
          </p:nvGrpSpPr>
          <p:grpSpPr>
            <a:xfrm>
              <a:off x="748524" y="4651019"/>
              <a:ext cx="142823" cy="492338"/>
              <a:chOff x="1539875" y="3257551"/>
              <a:chExt cx="511176" cy="1762125"/>
            </a:xfrm>
          </p:grpSpPr>
          <p:sp>
            <p:nvSpPr>
              <p:cNvPr id="1596" name="Google Shape;1596;p24"/>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7" name="Google Shape;1597;p24"/>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8" name="Google Shape;1598;p24"/>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24"/>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0" name="Google Shape;1600;p24"/>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1" name="Google Shape;1601;p24"/>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602"/>
        <p:cNvGrpSpPr/>
        <p:nvPr/>
      </p:nvGrpSpPr>
      <p:grpSpPr>
        <a:xfrm>
          <a:off x="0" y="0"/>
          <a:ext cx="0" cy="0"/>
          <a:chOff x="0" y="0"/>
          <a:chExt cx="0" cy="0"/>
        </a:xfrm>
      </p:grpSpPr>
      <p:pic>
        <p:nvPicPr>
          <p:cNvPr id="1603" name="Google Shape;1603;p25"/>
          <p:cNvPicPr preferRelativeResize="0"/>
          <p:nvPr/>
        </p:nvPicPr>
        <p:blipFill>
          <a:blip r:embed="rId2">
            <a:alphaModFix/>
          </a:blip>
          <a:stretch>
            <a:fillRect/>
          </a:stretch>
        </p:blipFill>
        <p:spPr>
          <a:xfrm>
            <a:off x="25" y="0"/>
            <a:ext cx="9144000" cy="5143500"/>
          </a:xfrm>
          <a:prstGeom prst="rect">
            <a:avLst/>
          </a:prstGeom>
          <a:noFill/>
          <a:ln>
            <a:noFill/>
          </a:ln>
        </p:spPr>
      </p:pic>
      <p:grpSp>
        <p:nvGrpSpPr>
          <p:cNvPr id="1604" name="Google Shape;1604;p25"/>
          <p:cNvGrpSpPr/>
          <p:nvPr/>
        </p:nvGrpSpPr>
        <p:grpSpPr>
          <a:xfrm>
            <a:off x="-37725" y="2112475"/>
            <a:ext cx="16003876" cy="3030850"/>
            <a:chOff x="-37725" y="2112475"/>
            <a:chExt cx="16003876" cy="3030850"/>
          </a:xfrm>
        </p:grpSpPr>
        <p:sp>
          <p:nvSpPr>
            <p:cNvPr id="1605" name="Google Shape;1605;p25"/>
            <p:cNvSpPr/>
            <p:nvPr/>
          </p:nvSpPr>
          <p:spPr>
            <a:xfrm>
              <a:off x="5111426" y="2112475"/>
              <a:ext cx="10854725" cy="2074749"/>
            </a:xfrm>
            <a:custGeom>
              <a:avLst/>
              <a:gdLst/>
              <a:ahLst/>
              <a:cxnLst/>
              <a:rect l="l" t="t" r="r" b="b"/>
              <a:pathLst>
                <a:path w="782" h="755" extrusionOk="0">
                  <a:moveTo>
                    <a:pt x="782" y="755"/>
                  </a:moveTo>
                  <a:lnTo>
                    <a:pt x="782" y="595"/>
                  </a:lnTo>
                  <a:lnTo>
                    <a:pt x="714" y="4"/>
                  </a:lnTo>
                  <a:lnTo>
                    <a:pt x="690" y="211"/>
                  </a:lnTo>
                  <a:lnTo>
                    <a:pt x="680" y="161"/>
                  </a:lnTo>
                  <a:lnTo>
                    <a:pt x="647" y="334"/>
                  </a:lnTo>
                  <a:lnTo>
                    <a:pt x="611" y="147"/>
                  </a:lnTo>
                  <a:lnTo>
                    <a:pt x="602" y="196"/>
                  </a:lnTo>
                  <a:lnTo>
                    <a:pt x="574" y="55"/>
                  </a:lnTo>
                  <a:lnTo>
                    <a:pt x="551" y="179"/>
                  </a:lnTo>
                  <a:lnTo>
                    <a:pt x="538" y="0"/>
                  </a:lnTo>
                  <a:lnTo>
                    <a:pt x="529" y="110"/>
                  </a:lnTo>
                  <a:lnTo>
                    <a:pt x="522" y="62"/>
                  </a:lnTo>
                  <a:lnTo>
                    <a:pt x="466" y="408"/>
                  </a:lnTo>
                  <a:lnTo>
                    <a:pt x="431" y="98"/>
                  </a:lnTo>
                  <a:lnTo>
                    <a:pt x="404" y="334"/>
                  </a:lnTo>
                  <a:lnTo>
                    <a:pt x="378" y="102"/>
                  </a:lnTo>
                  <a:lnTo>
                    <a:pt x="371" y="163"/>
                  </a:lnTo>
                  <a:lnTo>
                    <a:pt x="354" y="12"/>
                  </a:lnTo>
                  <a:lnTo>
                    <a:pt x="297" y="513"/>
                  </a:lnTo>
                  <a:lnTo>
                    <a:pt x="248" y="78"/>
                  </a:lnTo>
                  <a:lnTo>
                    <a:pt x="222" y="300"/>
                  </a:lnTo>
                  <a:lnTo>
                    <a:pt x="210" y="189"/>
                  </a:lnTo>
                  <a:lnTo>
                    <a:pt x="178" y="470"/>
                  </a:lnTo>
                  <a:lnTo>
                    <a:pt x="157" y="297"/>
                  </a:lnTo>
                  <a:lnTo>
                    <a:pt x="138" y="468"/>
                  </a:lnTo>
                  <a:lnTo>
                    <a:pt x="97" y="98"/>
                  </a:lnTo>
                  <a:lnTo>
                    <a:pt x="39" y="604"/>
                  </a:lnTo>
                  <a:lnTo>
                    <a:pt x="28" y="508"/>
                  </a:lnTo>
                  <a:lnTo>
                    <a:pt x="0" y="755"/>
                  </a:lnTo>
                  <a:lnTo>
                    <a:pt x="782" y="755"/>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6" name="Google Shape;1606;p25"/>
            <p:cNvSpPr/>
            <p:nvPr/>
          </p:nvSpPr>
          <p:spPr>
            <a:xfrm>
              <a:off x="-37725" y="4187225"/>
              <a:ext cx="9308100" cy="9561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grpSp>
      <p:cxnSp>
        <p:nvCxnSpPr>
          <p:cNvPr id="1607" name="Google Shape;1607;p25"/>
          <p:cNvCxnSpPr/>
          <p:nvPr/>
        </p:nvCxnSpPr>
        <p:spPr>
          <a:xfrm>
            <a:off x="4572000" y="-719600"/>
            <a:ext cx="0" cy="1889100"/>
          </a:xfrm>
          <a:prstGeom prst="straightConnector1">
            <a:avLst/>
          </a:prstGeom>
          <a:noFill/>
          <a:ln w="9525" cap="flat" cmpd="sng">
            <a:solidFill>
              <a:schemeClr val="dk1"/>
            </a:solidFill>
            <a:prstDash val="solid"/>
            <a:round/>
            <a:headEnd type="none" w="med" len="med"/>
            <a:tailEnd type="diamond" w="med" len="med"/>
          </a:ln>
        </p:spPr>
      </p:cxnSp>
      <p:grpSp>
        <p:nvGrpSpPr>
          <p:cNvPr id="1608" name="Google Shape;1608;p25"/>
          <p:cNvGrpSpPr/>
          <p:nvPr/>
        </p:nvGrpSpPr>
        <p:grpSpPr>
          <a:xfrm flipH="1">
            <a:off x="6494251" y="3387048"/>
            <a:ext cx="2776112" cy="1418574"/>
            <a:chOff x="-46" y="2299799"/>
            <a:chExt cx="3480146" cy="1778330"/>
          </a:xfrm>
        </p:grpSpPr>
        <p:sp>
          <p:nvSpPr>
            <p:cNvPr id="1609" name="Google Shape;1609;p25"/>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0" name="Google Shape;1610;p25"/>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1" name="Google Shape;1611;p25"/>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2" name="Google Shape;1612;p25"/>
            <p:cNvSpPr/>
            <p:nvPr/>
          </p:nvSpPr>
          <p:spPr>
            <a:xfrm flipH="1">
              <a:off x="1492296" y="2497009"/>
              <a:ext cx="445031" cy="385693"/>
            </a:xfrm>
            <a:custGeom>
              <a:avLst/>
              <a:gdLst/>
              <a:ahLst/>
              <a:cxnLst/>
              <a:rect l="l" t="t" r="r" b="b"/>
              <a:pathLst>
                <a:path w="255" h="221" extrusionOk="0">
                  <a:moveTo>
                    <a:pt x="244" y="43"/>
                  </a:moveTo>
                  <a:lnTo>
                    <a:pt x="44" y="221"/>
                  </a:lnTo>
                  <a:lnTo>
                    <a:pt x="255" y="37"/>
                  </a:lnTo>
                  <a:lnTo>
                    <a:pt x="191" y="0"/>
                  </a:lnTo>
                  <a:lnTo>
                    <a:pt x="0" y="74"/>
                  </a:lnTo>
                  <a:lnTo>
                    <a:pt x="202" y="25"/>
                  </a:lnTo>
                  <a:lnTo>
                    <a:pt x="244" y="43"/>
                  </a:lnTo>
                  <a:close/>
                </a:path>
              </a:pathLst>
            </a:custGeom>
            <a:solidFill>
              <a:srgbClr val="E1E1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25"/>
            <p:cNvSpPr/>
            <p:nvPr/>
          </p:nvSpPr>
          <p:spPr>
            <a:xfrm flipH="1">
              <a:off x="1492296" y="2497009"/>
              <a:ext cx="445031" cy="385693"/>
            </a:xfrm>
            <a:custGeom>
              <a:avLst/>
              <a:gdLst/>
              <a:ahLst/>
              <a:cxnLst/>
              <a:rect l="l" t="t" r="r" b="b"/>
              <a:pathLst>
                <a:path w="255" h="221" extrusionOk="0">
                  <a:moveTo>
                    <a:pt x="244" y="43"/>
                  </a:moveTo>
                  <a:lnTo>
                    <a:pt x="44" y="221"/>
                  </a:lnTo>
                  <a:lnTo>
                    <a:pt x="255" y="37"/>
                  </a:lnTo>
                  <a:lnTo>
                    <a:pt x="191" y="0"/>
                  </a:lnTo>
                  <a:lnTo>
                    <a:pt x="0" y="74"/>
                  </a:lnTo>
                  <a:lnTo>
                    <a:pt x="202" y="25"/>
                  </a:lnTo>
                  <a:lnTo>
                    <a:pt x="244" y="43"/>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4" name="Google Shape;1614;p25"/>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5" name="Google Shape;1615;p25"/>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6" name="Google Shape;1616;p25"/>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7" name="Google Shape;1617;p25"/>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8" name="Google Shape;1618;p25"/>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25"/>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0" name="Google Shape;1620;p25"/>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1" name="Google Shape;1621;p25"/>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2" name="Google Shape;1622;p25"/>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3" name="Google Shape;1623;p25"/>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4" name="Google Shape;1624;p25"/>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5" name="Google Shape;1625;p25"/>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25"/>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7" name="Google Shape;1627;p25"/>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8" name="Google Shape;1628;p25"/>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9" name="Google Shape;1629;p25"/>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0" name="Google Shape;1630;p25"/>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25"/>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2" name="Google Shape;1632;p25"/>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3" name="Google Shape;1633;p25"/>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4" name="Google Shape;1634;p25"/>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5" name="Google Shape;1635;p25"/>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6" name="Google Shape;1636;p25"/>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7" name="Google Shape;1637;p25"/>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8" name="Google Shape;1638;p25"/>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9" name="Google Shape;1639;p25"/>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0" name="Google Shape;1640;p25"/>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1" name="Google Shape;1641;p25"/>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2" name="Google Shape;1642;p25"/>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3" name="Google Shape;1643;p25"/>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4" name="Google Shape;1644;p25"/>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5" name="Google Shape;1645;p25"/>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6" name="Google Shape;1646;p25"/>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7" name="Google Shape;1647;p25"/>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8" name="Google Shape;1648;p25"/>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49" name="Google Shape;1649;p25"/>
          <p:cNvGrpSpPr/>
          <p:nvPr/>
        </p:nvGrpSpPr>
        <p:grpSpPr>
          <a:xfrm>
            <a:off x="-289462" y="3151049"/>
            <a:ext cx="5681832" cy="2067876"/>
            <a:chOff x="-289462" y="3151049"/>
            <a:chExt cx="5681832" cy="2067876"/>
          </a:xfrm>
        </p:grpSpPr>
        <p:sp>
          <p:nvSpPr>
            <p:cNvPr id="1650" name="Google Shape;1650;p25"/>
            <p:cNvSpPr/>
            <p:nvPr/>
          </p:nvSpPr>
          <p:spPr>
            <a:xfrm>
              <a:off x="-289462" y="4307701"/>
              <a:ext cx="3475039" cy="911224"/>
            </a:xfrm>
            <a:custGeom>
              <a:avLst/>
              <a:gdLst/>
              <a:ahLst/>
              <a:cxnLst/>
              <a:rect l="l" t="t" r="r" b="b"/>
              <a:pathLst>
                <a:path w="1837" h="481" extrusionOk="0">
                  <a:moveTo>
                    <a:pt x="1837" y="481"/>
                  </a:moveTo>
                  <a:cubicBezTo>
                    <a:pt x="0" y="481"/>
                    <a:pt x="0" y="481"/>
                    <a:pt x="0" y="481"/>
                  </a:cubicBezTo>
                  <a:cubicBezTo>
                    <a:pt x="6" y="310"/>
                    <a:pt x="152" y="117"/>
                    <a:pt x="313" y="59"/>
                  </a:cubicBezTo>
                  <a:cubicBezTo>
                    <a:pt x="474" y="0"/>
                    <a:pt x="668" y="49"/>
                    <a:pt x="783" y="176"/>
                  </a:cubicBezTo>
                  <a:cubicBezTo>
                    <a:pt x="853" y="253"/>
                    <a:pt x="908" y="363"/>
                    <a:pt x="1011" y="376"/>
                  </a:cubicBezTo>
                  <a:cubicBezTo>
                    <a:pt x="1107" y="388"/>
                    <a:pt x="1186" y="306"/>
                    <a:pt x="1269" y="256"/>
                  </a:cubicBezTo>
                  <a:cubicBezTo>
                    <a:pt x="1370" y="195"/>
                    <a:pt x="1496" y="178"/>
                    <a:pt x="1610" y="210"/>
                  </a:cubicBezTo>
                  <a:cubicBezTo>
                    <a:pt x="1724" y="241"/>
                    <a:pt x="1781" y="377"/>
                    <a:pt x="1837" y="48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1" name="Google Shape;1651;p25"/>
            <p:cNvSpPr/>
            <p:nvPr/>
          </p:nvSpPr>
          <p:spPr>
            <a:xfrm>
              <a:off x="2091625" y="3655413"/>
              <a:ext cx="1531939" cy="531813"/>
            </a:xfrm>
            <a:custGeom>
              <a:avLst/>
              <a:gdLst/>
              <a:ahLst/>
              <a:cxnLst/>
              <a:rect l="l" t="t" r="r" b="b"/>
              <a:pathLst>
                <a:path w="810" h="281" extrusionOk="0">
                  <a:moveTo>
                    <a:pt x="0" y="281"/>
                  </a:moveTo>
                  <a:cubicBezTo>
                    <a:pt x="810" y="281"/>
                    <a:pt x="810" y="281"/>
                    <a:pt x="810" y="281"/>
                  </a:cubicBezTo>
                  <a:cubicBezTo>
                    <a:pt x="748" y="127"/>
                    <a:pt x="598" y="7"/>
                    <a:pt x="432" y="4"/>
                  </a:cubicBezTo>
                  <a:cubicBezTo>
                    <a:pt x="265" y="0"/>
                    <a:pt x="68" y="129"/>
                    <a:pt x="0" y="28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2" name="Google Shape;1652;p25"/>
            <p:cNvSpPr/>
            <p:nvPr/>
          </p:nvSpPr>
          <p:spPr>
            <a:xfrm>
              <a:off x="4076521" y="3752920"/>
              <a:ext cx="1315849" cy="434301"/>
            </a:xfrm>
            <a:custGeom>
              <a:avLst/>
              <a:gdLst/>
              <a:ahLst/>
              <a:cxnLst/>
              <a:rect l="l" t="t" r="r" b="b"/>
              <a:pathLst>
                <a:path w="1023" h="337" extrusionOk="0">
                  <a:moveTo>
                    <a:pt x="1023" y="337"/>
                  </a:moveTo>
                  <a:cubicBezTo>
                    <a:pt x="0" y="337"/>
                    <a:pt x="0" y="337"/>
                    <a:pt x="0" y="337"/>
                  </a:cubicBezTo>
                  <a:cubicBezTo>
                    <a:pt x="38" y="246"/>
                    <a:pt x="90" y="149"/>
                    <a:pt x="166" y="86"/>
                  </a:cubicBezTo>
                  <a:cubicBezTo>
                    <a:pt x="241" y="22"/>
                    <a:pt x="361" y="0"/>
                    <a:pt x="436" y="63"/>
                  </a:cubicBezTo>
                  <a:cubicBezTo>
                    <a:pt x="490" y="109"/>
                    <a:pt x="523" y="195"/>
                    <a:pt x="594" y="196"/>
                  </a:cubicBezTo>
                  <a:cubicBezTo>
                    <a:pt x="645" y="197"/>
                    <a:pt x="682" y="150"/>
                    <a:pt x="724" y="121"/>
                  </a:cubicBezTo>
                  <a:cubicBezTo>
                    <a:pt x="789" y="75"/>
                    <a:pt x="880" y="68"/>
                    <a:pt x="951" y="104"/>
                  </a:cubicBezTo>
                  <a:cubicBezTo>
                    <a:pt x="1022" y="140"/>
                    <a:pt x="1022" y="257"/>
                    <a:pt x="1023" y="33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53" name="Google Shape;1653;p25"/>
            <p:cNvGrpSpPr/>
            <p:nvPr/>
          </p:nvGrpSpPr>
          <p:grpSpPr>
            <a:xfrm>
              <a:off x="282141" y="3151049"/>
              <a:ext cx="1180002" cy="1036279"/>
              <a:chOff x="7410610" y="2637069"/>
              <a:chExt cx="1226485" cy="1077101"/>
            </a:xfrm>
          </p:grpSpPr>
          <p:grpSp>
            <p:nvGrpSpPr>
              <p:cNvPr id="1654" name="Google Shape;1654;p25"/>
              <p:cNvGrpSpPr/>
              <p:nvPr/>
            </p:nvGrpSpPr>
            <p:grpSpPr>
              <a:xfrm>
                <a:off x="8386635" y="3027970"/>
                <a:ext cx="250461" cy="686200"/>
                <a:chOff x="6178550" y="415926"/>
                <a:chExt cx="774700" cy="2122487"/>
              </a:xfrm>
            </p:grpSpPr>
            <p:sp>
              <p:nvSpPr>
                <p:cNvPr id="1655" name="Google Shape;1655;p25"/>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6" name="Google Shape;1656;p25"/>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7" name="Google Shape;1657;p25"/>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8" name="Google Shape;1658;p25"/>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9" name="Google Shape;1659;p25"/>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0" name="Google Shape;1660;p25"/>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1" name="Google Shape;1661;p25"/>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2" name="Google Shape;1662;p25"/>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63" name="Google Shape;1663;p25"/>
              <p:cNvGrpSpPr/>
              <p:nvPr/>
            </p:nvGrpSpPr>
            <p:grpSpPr>
              <a:xfrm>
                <a:off x="7898536" y="2637069"/>
                <a:ext cx="321036" cy="1076950"/>
                <a:chOff x="6178550" y="415926"/>
                <a:chExt cx="774700" cy="2122487"/>
              </a:xfrm>
            </p:grpSpPr>
            <p:sp>
              <p:nvSpPr>
                <p:cNvPr id="1664" name="Google Shape;1664;p25"/>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5" name="Google Shape;1665;p25"/>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6" name="Google Shape;1666;p25"/>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7" name="Google Shape;1667;p25"/>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8" name="Google Shape;1668;p25"/>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9" name="Google Shape;1669;p25"/>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0" name="Google Shape;1670;p25"/>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1" name="Google Shape;1671;p25"/>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72" name="Google Shape;1672;p25"/>
              <p:cNvGrpSpPr/>
              <p:nvPr/>
            </p:nvGrpSpPr>
            <p:grpSpPr>
              <a:xfrm>
                <a:off x="7410610" y="2834495"/>
                <a:ext cx="321036" cy="879559"/>
                <a:chOff x="6178550" y="415926"/>
                <a:chExt cx="774700" cy="2122487"/>
              </a:xfrm>
            </p:grpSpPr>
            <p:sp>
              <p:nvSpPr>
                <p:cNvPr id="1673" name="Google Shape;1673;p25"/>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4" name="Google Shape;1674;p25"/>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5" name="Google Shape;1675;p25"/>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6" name="Google Shape;1676;p25"/>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7" name="Google Shape;1677;p25"/>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8" name="Google Shape;1678;p25"/>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9" name="Google Shape;1679;p25"/>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0" name="Google Shape;1680;p25"/>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681" name="Google Shape;1681;p25"/>
          <p:cNvGrpSpPr/>
          <p:nvPr/>
        </p:nvGrpSpPr>
        <p:grpSpPr>
          <a:xfrm>
            <a:off x="-1545537" y="1068570"/>
            <a:ext cx="3120458" cy="1043905"/>
            <a:chOff x="-1545537" y="1068570"/>
            <a:chExt cx="3120458" cy="1043905"/>
          </a:xfrm>
        </p:grpSpPr>
        <p:sp>
          <p:nvSpPr>
            <p:cNvPr id="1682" name="Google Shape;1682;p25"/>
            <p:cNvSpPr/>
            <p:nvPr/>
          </p:nvSpPr>
          <p:spPr>
            <a:xfrm>
              <a:off x="-1545537" y="1068570"/>
              <a:ext cx="2538925" cy="37613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3" name="Google Shape;1683;p25"/>
            <p:cNvSpPr/>
            <p:nvPr/>
          </p:nvSpPr>
          <p:spPr>
            <a:xfrm flipH="1">
              <a:off x="418172" y="1661575"/>
              <a:ext cx="1156750" cy="450900"/>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1pPr>
            <a:lvl2pPr lvl="1"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2pPr>
            <a:lvl3pPr lvl="2"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3pPr>
            <a:lvl4pPr lvl="3"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4pPr>
            <a:lvl5pPr lvl="4"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5pPr>
            <a:lvl6pPr lvl="5"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6pPr>
            <a:lvl7pPr lvl="6"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7pPr>
            <a:lvl8pPr lvl="7"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8pPr>
            <a:lvl9pPr lvl="8"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marL="914400" lvl="1"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marL="1371600" lvl="2"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marL="1828800" lvl="3"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marL="2286000" lvl="4"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marL="2743200" lvl="5"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marL="3200400" lvl="6"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marL="3657600" lvl="7"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marL="4114800" lvl="8"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4" r:id="rId3"/>
    <p:sldLayoutId id="2147483655" r:id="rId4"/>
    <p:sldLayoutId id="2147483656" r:id="rId5"/>
    <p:sldLayoutId id="2147483658" r:id="rId6"/>
    <p:sldLayoutId id="2147483659" r:id="rId7"/>
    <p:sldLayoutId id="2147483664" r:id="rId8"/>
    <p:sldLayoutId id="2147483669" r:id="rId9"/>
    <p:sldLayoutId id="2147483670" r:id="rId10"/>
    <p:sldLayoutId id="214748367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693"/>
        <p:cNvGrpSpPr/>
        <p:nvPr/>
      </p:nvGrpSpPr>
      <p:grpSpPr>
        <a:xfrm>
          <a:off x="0" y="0"/>
          <a:ext cx="0" cy="0"/>
          <a:chOff x="0" y="0"/>
          <a:chExt cx="0" cy="0"/>
        </a:xfrm>
      </p:grpSpPr>
      <p:sp>
        <p:nvSpPr>
          <p:cNvPr id="1694" name="Google Shape;1694;p29"/>
          <p:cNvSpPr txBox="1">
            <a:spLocks noGrp="1"/>
          </p:cNvSpPr>
          <p:nvPr>
            <p:ph type="ctrTitle"/>
          </p:nvPr>
        </p:nvSpPr>
        <p:spPr>
          <a:xfrm>
            <a:off x="1358225" y="1451100"/>
            <a:ext cx="6427500" cy="832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Scheduler Collision</a:t>
            </a:r>
            <a:endParaRPr dirty="0">
              <a:solidFill>
                <a:schemeClr val="lt1"/>
              </a:solidFill>
            </a:endParaRPr>
          </a:p>
        </p:txBody>
      </p:sp>
      <p:sp>
        <p:nvSpPr>
          <p:cNvPr id="1695" name="Google Shape;1695;p29"/>
          <p:cNvSpPr txBox="1">
            <a:spLocks noGrp="1"/>
          </p:cNvSpPr>
          <p:nvPr>
            <p:ph type="subTitle" idx="1"/>
          </p:nvPr>
        </p:nvSpPr>
        <p:spPr>
          <a:xfrm>
            <a:off x="1358275" y="2171700"/>
            <a:ext cx="6427500" cy="38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Brief Explanation of USLP10</a:t>
            </a:r>
            <a:endParaRPr dirty="0"/>
          </a:p>
        </p:txBody>
      </p:sp>
      <p:grpSp>
        <p:nvGrpSpPr>
          <p:cNvPr id="1696" name="Google Shape;1696;p29"/>
          <p:cNvGrpSpPr/>
          <p:nvPr/>
        </p:nvGrpSpPr>
        <p:grpSpPr>
          <a:xfrm>
            <a:off x="7151735" y="2894253"/>
            <a:ext cx="924904" cy="1182028"/>
            <a:chOff x="7462810" y="2721491"/>
            <a:chExt cx="924904" cy="1182028"/>
          </a:xfrm>
        </p:grpSpPr>
        <p:grpSp>
          <p:nvGrpSpPr>
            <p:cNvPr id="1697" name="Google Shape;1697;p29"/>
            <p:cNvGrpSpPr/>
            <p:nvPr/>
          </p:nvGrpSpPr>
          <p:grpSpPr>
            <a:xfrm>
              <a:off x="8044868" y="2721491"/>
              <a:ext cx="342846" cy="1181857"/>
              <a:chOff x="1539875" y="3257551"/>
              <a:chExt cx="511176" cy="1762125"/>
            </a:xfrm>
          </p:grpSpPr>
          <p:sp>
            <p:nvSpPr>
              <p:cNvPr id="1698" name="Google Shape;1698;p29"/>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9" name="Google Shape;1699;p29"/>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0" name="Google Shape;1700;p29"/>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1" name="Google Shape;1701;p29"/>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2" name="Google Shape;1702;p29"/>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3" name="Google Shape;1703;p29"/>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04" name="Google Shape;1704;p29"/>
            <p:cNvGrpSpPr/>
            <p:nvPr/>
          </p:nvGrpSpPr>
          <p:grpSpPr>
            <a:xfrm>
              <a:off x="7800940" y="3262810"/>
              <a:ext cx="185813" cy="640708"/>
              <a:chOff x="1539875" y="3257551"/>
              <a:chExt cx="511176" cy="1762125"/>
            </a:xfrm>
          </p:grpSpPr>
          <p:sp>
            <p:nvSpPr>
              <p:cNvPr id="1705" name="Google Shape;1705;p29"/>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6" name="Google Shape;1706;p29"/>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7" name="Google Shape;1707;p29"/>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8" name="Google Shape;1708;p29"/>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9" name="Google Shape;1709;p29"/>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0" name="Google Shape;1710;p29"/>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11" name="Google Shape;1711;p29"/>
            <p:cNvGrpSpPr/>
            <p:nvPr/>
          </p:nvGrpSpPr>
          <p:grpSpPr>
            <a:xfrm flipH="1">
              <a:off x="7462810" y="3127474"/>
              <a:ext cx="225020" cy="775863"/>
              <a:chOff x="1539875" y="3257551"/>
              <a:chExt cx="511176" cy="1762125"/>
            </a:xfrm>
          </p:grpSpPr>
          <p:sp>
            <p:nvSpPr>
              <p:cNvPr id="1712" name="Google Shape;1712;p29"/>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3" name="Google Shape;1713;p29"/>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4" name="Google Shape;1714;p29"/>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5" name="Google Shape;1715;p29"/>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6" name="Google Shape;1716;p29"/>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7" name="Google Shape;1717;p29"/>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cxnSp>
        <p:nvCxnSpPr>
          <p:cNvPr id="1718" name="Google Shape;1718;p29"/>
          <p:cNvCxnSpPr/>
          <p:nvPr/>
        </p:nvCxnSpPr>
        <p:spPr>
          <a:xfrm>
            <a:off x="4572000" y="-406850"/>
            <a:ext cx="0" cy="1883700"/>
          </a:xfrm>
          <a:prstGeom prst="straightConnector1">
            <a:avLst/>
          </a:prstGeom>
          <a:noFill/>
          <a:ln w="9525" cap="flat" cmpd="sng">
            <a:solidFill>
              <a:schemeClr val="dk1"/>
            </a:solidFill>
            <a:prstDash val="solid"/>
            <a:round/>
            <a:headEnd type="none" w="med" len="med"/>
            <a:tailEnd type="diamond" w="med" len="med"/>
          </a:ln>
        </p:spPr>
      </p:cxnSp>
      <p:grpSp>
        <p:nvGrpSpPr>
          <p:cNvPr id="1719" name="Google Shape;1719;p29"/>
          <p:cNvGrpSpPr/>
          <p:nvPr/>
        </p:nvGrpSpPr>
        <p:grpSpPr>
          <a:xfrm>
            <a:off x="-1409972" y="3356565"/>
            <a:ext cx="6359031" cy="728069"/>
            <a:chOff x="-1409972" y="3348209"/>
            <a:chExt cx="6359031" cy="728069"/>
          </a:xfrm>
        </p:grpSpPr>
        <p:sp>
          <p:nvSpPr>
            <p:cNvPr id="1720" name="Google Shape;1720;p29"/>
            <p:cNvSpPr/>
            <p:nvPr/>
          </p:nvSpPr>
          <p:spPr>
            <a:xfrm>
              <a:off x="3870723" y="3999640"/>
              <a:ext cx="506132" cy="76639"/>
            </a:xfrm>
            <a:custGeom>
              <a:avLst/>
              <a:gdLst/>
              <a:ahLst/>
              <a:cxnLst/>
              <a:rect l="l" t="t" r="r" b="b"/>
              <a:pathLst>
                <a:path w="402" h="61" extrusionOk="0">
                  <a:moveTo>
                    <a:pt x="21" y="2"/>
                  </a:moveTo>
                  <a:cubicBezTo>
                    <a:pt x="21" y="1"/>
                    <a:pt x="21" y="1"/>
                    <a:pt x="21" y="1"/>
                  </a:cubicBezTo>
                  <a:cubicBezTo>
                    <a:pt x="22" y="1"/>
                    <a:pt x="22" y="1"/>
                    <a:pt x="22" y="1"/>
                  </a:cubicBezTo>
                  <a:cubicBezTo>
                    <a:pt x="25" y="1"/>
                    <a:pt x="27" y="0"/>
                    <a:pt x="30" y="0"/>
                  </a:cubicBezTo>
                  <a:cubicBezTo>
                    <a:pt x="33" y="0"/>
                    <a:pt x="36" y="1"/>
                    <a:pt x="38" y="1"/>
                  </a:cubicBezTo>
                  <a:cubicBezTo>
                    <a:pt x="89" y="1"/>
                    <a:pt x="89" y="1"/>
                    <a:pt x="89" y="1"/>
                  </a:cubicBezTo>
                  <a:cubicBezTo>
                    <a:pt x="92" y="1"/>
                    <a:pt x="94" y="0"/>
                    <a:pt x="97" y="0"/>
                  </a:cubicBezTo>
                  <a:cubicBezTo>
                    <a:pt x="100" y="0"/>
                    <a:pt x="103" y="1"/>
                    <a:pt x="105" y="1"/>
                  </a:cubicBezTo>
                  <a:cubicBezTo>
                    <a:pt x="296" y="1"/>
                    <a:pt x="296" y="1"/>
                    <a:pt x="296" y="1"/>
                  </a:cubicBezTo>
                  <a:cubicBezTo>
                    <a:pt x="299" y="1"/>
                    <a:pt x="301" y="0"/>
                    <a:pt x="304" y="0"/>
                  </a:cubicBezTo>
                  <a:cubicBezTo>
                    <a:pt x="307" y="0"/>
                    <a:pt x="310" y="1"/>
                    <a:pt x="312" y="1"/>
                  </a:cubicBezTo>
                  <a:cubicBezTo>
                    <a:pt x="363" y="1"/>
                    <a:pt x="363" y="1"/>
                    <a:pt x="363" y="1"/>
                  </a:cubicBezTo>
                  <a:cubicBezTo>
                    <a:pt x="366" y="1"/>
                    <a:pt x="368" y="0"/>
                    <a:pt x="371" y="0"/>
                  </a:cubicBezTo>
                  <a:cubicBezTo>
                    <a:pt x="388" y="0"/>
                    <a:pt x="402" y="14"/>
                    <a:pt x="402" y="31"/>
                  </a:cubicBezTo>
                  <a:cubicBezTo>
                    <a:pt x="402" y="48"/>
                    <a:pt x="388" y="61"/>
                    <a:pt x="371" y="61"/>
                  </a:cubicBezTo>
                  <a:cubicBezTo>
                    <a:pt x="357" y="61"/>
                    <a:pt x="346" y="52"/>
                    <a:pt x="342" y="39"/>
                  </a:cubicBezTo>
                  <a:cubicBezTo>
                    <a:pt x="333" y="39"/>
                    <a:pt x="333" y="39"/>
                    <a:pt x="333" y="39"/>
                  </a:cubicBezTo>
                  <a:cubicBezTo>
                    <a:pt x="330" y="52"/>
                    <a:pt x="318" y="61"/>
                    <a:pt x="304" y="61"/>
                  </a:cubicBezTo>
                  <a:cubicBezTo>
                    <a:pt x="290" y="61"/>
                    <a:pt x="279" y="52"/>
                    <a:pt x="275" y="39"/>
                  </a:cubicBezTo>
                  <a:cubicBezTo>
                    <a:pt x="263" y="39"/>
                    <a:pt x="263" y="39"/>
                    <a:pt x="263" y="39"/>
                  </a:cubicBezTo>
                  <a:cubicBezTo>
                    <a:pt x="256" y="52"/>
                    <a:pt x="256" y="52"/>
                    <a:pt x="256" y="52"/>
                  </a:cubicBezTo>
                  <a:cubicBezTo>
                    <a:pt x="140" y="52"/>
                    <a:pt x="140" y="52"/>
                    <a:pt x="140" y="52"/>
                  </a:cubicBezTo>
                  <a:cubicBezTo>
                    <a:pt x="131" y="39"/>
                    <a:pt x="131" y="39"/>
                    <a:pt x="131" y="39"/>
                  </a:cubicBezTo>
                  <a:cubicBezTo>
                    <a:pt x="126" y="39"/>
                    <a:pt x="126" y="39"/>
                    <a:pt x="126" y="39"/>
                  </a:cubicBezTo>
                  <a:cubicBezTo>
                    <a:pt x="123" y="52"/>
                    <a:pt x="111" y="61"/>
                    <a:pt x="97" y="61"/>
                  </a:cubicBezTo>
                  <a:cubicBezTo>
                    <a:pt x="83" y="61"/>
                    <a:pt x="72" y="52"/>
                    <a:pt x="68" y="39"/>
                  </a:cubicBezTo>
                  <a:cubicBezTo>
                    <a:pt x="59" y="39"/>
                    <a:pt x="59" y="39"/>
                    <a:pt x="59" y="39"/>
                  </a:cubicBezTo>
                  <a:cubicBezTo>
                    <a:pt x="56" y="52"/>
                    <a:pt x="44" y="61"/>
                    <a:pt x="30" y="61"/>
                  </a:cubicBezTo>
                  <a:cubicBezTo>
                    <a:pt x="13" y="61"/>
                    <a:pt x="0" y="48"/>
                    <a:pt x="0" y="31"/>
                  </a:cubicBezTo>
                  <a:cubicBezTo>
                    <a:pt x="0" y="17"/>
                    <a:pt x="9" y="5"/>
                    <a:pt x="21"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1" name="Google Shape;1721;p29"/>
            <p:cNvSpPr/>
            <p:nvPr/>
          </p:nvSpPr>
          <p:spPr>
            <a:xfrm>
              <a:off x="1710077" y="3999640"/>
              <a:ext cx="506132" cy="76639"/>
            </a:xfrm>
            <a:custGeom>
              <a:avLst/>
              <a:gdLst/>
              <a:ahLst/>
              <a:cxnLst/>
              <a:rect l="l" t="t" r="r" b="b"/>
              <a:pathLst>
                <a:path w="402" h="61" extrusionOk="0">
                  <a:moveTo>
                    <a:pt x="22" y="2"/>
                  </a:moveTo>
                  <a:cubicBezTo>
                    <a:pt x="22" y="1"/>
                    <a:pt x="22" y="1"/>
                    <a:pt x="22" y="1"/>
                  </a:cubicBezTo>
                  <a:cubicBezTo>
                    <a:pt x="23" y="1"/>
                    <a:pt x="23" y="1"/>
                    <a:pt x="23" y="1"/>
                  </a:cubicBezTo>
                  <a:cubicBezTo>
                    <a:pt x="25" y="1"/>
                    <a:pt x="28" y="0"/>
                    <a:pt x="31" y="0"/>
                  </a:cubicBezTo>
                  <a:cubicBezTo>
                    <a:pt x="34" y="0"/>
                    <a:pt x="36" y="1"/>
                    <a:pt x="39" y="1"/>
                  </a:cubicBezTo>
                  <a:cubicBezTo>
                    <a:pt x="90" y="1"/>
                    <a:pt x="90" y="1"/>
                    <a:pt x="90" y="1"/>
                  </a:cubicBezTo>
                  <a:cubicBezTo>
                    <a:pt x="92" y="1"/>
                    <a:pt x="95" y="0"/>
                    <a:pt x="98" y="0"/>
                  </a:cubicBezTo>
                  <a:cubicBezTo>
                    <a:pt x="101" y="0"/>
                    <a:pt x="103" y="1"/>
                    <a:pt x="106" y="1"/>
                  </a:cubicBezTo>
                  <a:cubicBezTo>
                    <a:pt x="297" y="1"/>
                    <a:pt x="297" y="1"/>
                    <a:pt x="297" y="1"/>
                  </a:cubicBezTo>
                  <a:cubicBezTo>
                    <a:pt x="299" y="1"/>
                    <a:pt x="302" y="0"/>
                    <a:pt x="305" y="0"/>
                  </a:cubicBezTo>
                  <a:cubicBezTo>
                    <a:pt x="308" y="0"/>
                    <a:pt x="310" y="1"/>
                    <a:pt x="313" y="1"/>
                  </a:cubicBezTo>
                  <a:cubicBezTo>
                    <a:pt x="364" y="1"/>
                    <a:pt x="364" y="1"/>
                    <a:pt x="364" y="1"/>
                  </a:cubicBezTo>
                  <a:cubicBezTo>
                    <a:pt x="366" y="1"/>
                    <a:pt x="369" y="0"/>
                    <a:pt x="372" y="0"/>
                  </a:cubicBezTo>
                  <a:cubicBezTo>
                    <a:pt x="389" y="0"/>
                    <a:pt x="402" y="14"/>
                    <a:pt x="402" y="31"/>
                  </a:cubicBezTo>
                  <a:cubicBezTo>
                    <a:pt x="402" y="48"/>
                    <a:pt x="389" y="61"/>
                    <a:pt x="372" y="61"/>
                  </a:cubicBezTo>
                  <a:cubicBezTo>
                    <a:pt x="358" y="61"/>
                    <a:pt x="346" y="52"/>
                    <a:pt x="343" y="39"/>
                  </a:cubicBezTo>
                  <a:cubicBezTo>
                    <a:pt x="334" y="39"/>
                    <a:pt x="334" y="39"/>
                    <a:pt x="334" y="39"/>
                  </a:cubicBezTo>
                  <a:cubicBezTo>
                    <a:pt x="330" y="52"/>
                    <a:pt x="319" y="61"/>
                    <a:pt x="305" y="61"/>
                  </a:cubicBezTo>
                  <a:cubicBezTo>
                    <a:pt x="291" y="61"/>
                    <a:pt x="279" y="52"/>
                    <a:pt x="276" y="39"/>
                  </a:cubicBezTo>
                  <a:cubicBezTo>
                    <a:pt x="264" y="39"/>
                    <a:pt x="264" y="39"/>
                    <a:pt x="264" y="39"/>
                  </a:cubicBezTo>
                  <a:cubicBezTo>
                    <a:pt x="256" y="52"/>
                    <a:pt x="256" y="52"/>
                    <a:pt x="256" y="52"/>
                  </a:cubicBezTo>
                  <a:cubicBezTo>
                    <a:pt x="140" y="52"/>
                    <a:pt x="140" y="52"/>
                    <a:pt x="140" y="52"/>
                  </a:cubicBezTo>
                  <a:cubicBezTo>
                    <a:pt x="132" y="39"/>
                    <a:pt x="132" y="39"/>
                    <a:pt x="132" y="39"/>
                  </a:cubicBezTo>
                  <a:cubicBezTo>
                    <a:pt x="127" y="39"/>
                    <a:pt x="127" y="39"/>
                    <a:pt x="127" y="39"/>
                  </a:cubicBezTo>
                  <a:cubicBezTo>
                    <a:pt x="123" y="52"/>
                    <a:pt x="112" y="61"/>
                    <a:pt x="98" y="61"/>
                  </a:cubicBezTo>
                  <a:cubicBezTo>
                    <a:pt x="84" y="61"/>
                    <a:pt x="72" y="52"/>
                    <a:pt x="69" y="39"/>
                  </a:cubicBezTo>
                  <a:cubicBezTo>
                    <a:pt x="60" y="39"/>
                    <a:pt x="60" y="39"/>
                    <a:pt x="60" y="39"/>
                  </a:cubicBezTo>
                  <a:cubicBezTo>
                    <a:pt x="56" y="52"/>
                    <a:pt x="45" y="61"/>
                    <a:pt x="31" y="61"/>
                  </a:cubicBezTo>
                  <a:cubicBezTo>
                    <a:pt x="14" y="61"/>
                    <a:pt x="0" y="48"/>
                    <a:pt x="0" y="31"/>
                  </a:cubicBezTo>
                  <a:cubicBezTo>
                    <a:pt x="0" y="17"/>
                    <a:pt x="10" y="5"/>
                    <a:pt x="22"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2" name="Google Shape;1722;p29"/>
            <p:cNvSpPr/>
            <p:nvPr/>
          </p:nvSpPr>
          <p:spPr>
            <a:xfrm>
              <a:off x="1548855" y="3436741"/>
              <a:ext cx="3400204" cy="595934"/>
            </a:xfrm>
            <a:custGeom>
              <a:avLst/>
              <a:gdLst/>
              <a:ahLst/>
              <a:cxnLst/>
              <a:rect l="l" t="t" r="r" b="b"/>
              <a:pathLst>
                <a:path w="2702" h="473" extrusionOk="0">
                  <a:moveTo>
                    <a:pt x="0" y="0"/>
                  </a:moveTo>
                  <a:cubicBezTo>
                    <a:pt x="0" y="473"/>
                    <a:pt x="0" y="473"/>
                    <a:pt x="0" y="473"/>
                  </a:cubicBezTo>
                  <a:cubicBezTo>
                    <a:pt x="2535" y="473"/>
                    <a:pt x="2535" y="473"/>
                    <a:pt x="2535" y="473"/>
                  </a:cubicBezTo>
                  <a:cubicBezTo>
                    <a:pt x="2535" y="473"/>
                    <a:pt x="2702" y="393"/>
                    <a:pt x="2585" y="326"/>
                  </a:cubicBezTo>
                  <a:cubicBezTo>
                    <a:pt x="2468" y="260"/>
                    <a:pt x="2025" y="0"/>
                    <a:pt x="1705" y="0"/>
                  </a:cubicBezTo>
                  <a:cubicBezTo>
                    <a:pt x="1385" y="0"/>
                    <a:pt x="0" y="0"/>
                    <a:pt x="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3" name="Google Shape;1723;p29"/>
            <p:cNvSpPr/>
            <p:nvPr/>
          </p:nvSpPr>
          <p:spPr>
            <a:xfrm>
              <a:off x="1548855" y="4004925"/>
              <a:ext cx="3262771" cy="60782"/>
            </a:xfrm>
            <a:custGeom>
              <a:avLst/>
              <a:gdLst/>
              <a:ahLst/>
              <a:cxnLst/>
              <a:rect l="l" t="t" r="r" b="b"/>
              <a:pathLst>
                <a:path w="2469" h="46" extrusionOk="0">
                  <a:moveTo>
                    <a:pt x="2469" y="46"/>
                  </a:moveTo>
                  <a:lnTo>
                    <a:pt x="2414" y="21"/>
                  </a:lnTo>
                  <a:lnTo>
                    <a:pt x="2382" y="21"/>
                  </a:lnTo>
                  <a:lnTo>
                    <a:pt x="2345" y="0"/>
                  </a:lnTo>
                  <a:lnTo>
                    <a:pt x="0" y="0"/>
                  </a:lnTo>
                  <a:lnTo>
                    <a:pt x="0" y="21"/>
                  </a:lnTo>
                  <a:lnTo>
                    <a:pt x="534" y="21"/>
                  </a:lnTo>
                  <a:lnTo>
                    <a:pt x="544" y="46"/>
                  </a:lnTo>
                  <a:lnTo>
                    <a:pt x="1715" y="46"/>
                  </a:lnTo>
                  <a:lnTo>
                    <a:pt x="1744" y="23"/>
                  </a:lnTo>
                  <a:lnTo>
                    <a:pt x="2155" y="23"/>
                  </a:lnTo>
                  <a:lnTo>
                    <a:pt x="2155" y="46"/>
                  </a:lnTo>
                  <a:lnTo>
                    <a:pt x="2469" y="4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4" name="Google Shape;1724;p29"/>
            <p:cNvSpPr/>
            <p:nvPr/>
          </p:nvSpPr>
          <p:spPr>
            <a:xfrm>
              <a:off x="3741216" y="3514701"/>
              <a:ext cx="725501" cy="151957"/>
            </a:xfrm>
            <a:custGeom>
              <a:avLst/>
              <a:gdLst/>
              <a:ahLst/>
              <a:cxnLst/>
              <a:rect l="l" t="t" r="r" b="b"/>
              <a:pathLst>
                <a:path w="577" h="121" extrusionOk="0">
                  <a:moveTo>
                    <a:pt x="0" y="121"/>
                  </a:moveTo>
                  <a:cubicBezTo>
                    <a:pt x="0" y="0"/>
                    <a:pt x="0" y="0"/>
                    <a:pt x="0" y="0"/>
                  </a:cubicBezTo>
                  <a:cubicBezTo>
                    <a:pt x="286" y="0"/>
                    <a:pt x="286" y="0"/>
                    <a:pt x="286" y="0"/>
                  </a:cubicBezTo>
                  <a:cubicBezTo>
                    <a:pt x="388" y="34"/>
                    <a:pt x="488" y="78"/>
                    <a:pt x="577" y="121"/>
                  </a:cubicBezTo>
                  <a:lnTo>
                    <a:pt x="0" y="12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5" name="Google Shape;1725;p29"/>
            <p:cNvSpPr/>
            <p:nvPr/>
          </p:nvSpPr>
          <p:spPr>
            <a:xfrm>
              <a:off x="1613609" y="3959999"/>
              <a:ext cx="3013200" cy="318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6" name="Google Shape;1726;p29"/>
            <p:cNvSpPr/>
            <p:nvPr/>
          </p:nvSpPr>
          <p:spPr>
            <a:xfrm>
              <a:off x="1806547" y="3514701"/>
              <a:ext cx="421500" cy="1518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7" name="Google Shape;1727;p29"/>
            <p:cNvSpPr/>
            <p:nvPr/>
          </p:nvSpPr>
          <p:spPr>
            <a:xfrm>
              <a:off x="2253212" y="3514701"/>
              <a:ext cx="420300" cy="1518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8" name="Google Shape;1728;p29"/>
            <p:cNvSpPr/>
            <p:nvPr/>
          </p:nvSpPr>
          <p:spPr>
            <a:xfrm>
              <a:off x="1625502" y="3397100"/>
              <a:ext cx="2019300" cy="399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9" name="Google Shape;1729;p29"/>
            <p:cNvSpPr/>
            <p:nvPr/>
          </p:nvSpPr>
          <p:spPr>
            <a:xfrm>
              <a:off x="3179580" y="3348209"/>
              <a:ext cx="387000" cy="489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0" name="Google Shape;1730;p29"/>
            <p:cNvSpPr/>
            <p:nvPr/>
          </p:nvSpPr>
          <p:spPr>
            <a:xfrm>
              <a:off x="1678362" y="3348209"/>
              <a:ext cx="387000" cy="48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1" name="Google Shape;1731;p29"/>
            <p:cNvSpPr/>
            <p:nvPr/>
          </p:nvSpPr>
          <p:spPr>
            <a:xfrm>
              <a:off x="2732915" y="3348209"/>
              <a:ext cx="387000" cy="489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2" name="Google Shape;1732;p29"/>
            <p:cNvSpPr/>
            <p:nvPr/>
          </p:nvSpPr>
          <p:spPr>
            <a:xfrm>
              <a:off x="4166737" y="3706298"/>
              <a:ext cx="654140" cy="153277"/>
            </a:xfrm>
            <a:custGeom>
              <a:avLst/>
              <a:gdLst/>
              <a:ahLst/>
              <a:cxnLst/>
              <a:rect l="l" t="t" r="r" b="b"/>
              <a:pathLst>
                <a:path w="495" h="116" extrusionOk="0">
                  <a:moveTo>
                    <a:pt x="0" y="0"/>
                  </a:moveTo>
                  <a:lnTo>
                    <a:pt x="285" y="0"/>
                  </a:lnTo>
                  <a:lnTo>
                    <a:pt x="495" y="116"/>
                  </a:lnTo>
                  <a:lnTo>
                    <a:pt x="467" y="116"/>
                  </a:lnTo>
                  <a:lnTo>
                    <a:pt x="290" y="21"/>
                  </a:lnTo>
                  <a:lnTo>
                    <a:pt x="37" y="21"/>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3" name="Google Shape;1733;p29"/>
            <p:cNvSpPr/>
            <p:nvPr/>
          </p:nvSpPr>
          <p:spPr>
            <a:xfrm>
              <a:off x="3880490" y="3818613"/>
              <a:ext cx="330374" cy="112316"/>
            </a:xfrm>
            <a:custGeom>
              <a:avLst/>
              <a:gdLst/>
              <a:ahLst/>
              <a:cxnLst/>
              <a:rect l="l" t="t" r="r" b="b"/>
              <a:pathLst>
                <a:path w="250" h="85" extrusionOk="0">
                  <a:moveTo>
                    <a:pt x="131" y="0"/>
                  </a:moveTo>
                  <a:lnTo>
                    <a:pt x="250" y="85"/>
                  </a:lnTo>
                  <a:lnTo>
                    <a:pt x="91" y="85"/>
                  </a:lnTo>
                  <a:lnTo>
                    <a:pt x="0" y="0"/>
                  </a:lnTo>
                  <a:lnTo>
                    <a:pt x="13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4" name="Google Shape;1734;p29"/>
            <p:cNvSpPr/>
            <p:nvPr/>
          </p:nvSpPr>
          <p:spPr>
            <a:xfrm>
              <a:off x="3831595" y="3818613"/>
              <a:ext cx="158579" cy="112316"/>
            </a:xfrm>
            <a:custGeom>
              <a:avLst/>
              <a:gdLst/>
              <a:ahLst/>
              <a:cxnLst/>
              <a:rect l="l" t="t" r="r" b="b"/>
              <a:pathLst>
                <a:path w="120" h="85" extrusionOk="0">
                  <a:moveTo>
                    <a:pt x="30" y="0"/>
                  </a:moveTo>
                  <a:lnTo>
                    <a:pt x="120" y="85"/>
                  </a:lnTo>
                  <a:lnTo>
                    <a:pt x="91" y="85"/>
                  </a:lnTo>
                  <a:lnTo>
                    <a:pt x="0" y="0"/>
                  </a:lnTo>
                  <a:lnTo>
                    <a:pt x="3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5" name="Google Shape;1735;p29"/>
            <p:cNvSpPr/>
            <p:nvPr/>
          </p:nvSpPr>
          <p:spPr>
            <a:xfrm>
              <a:off x="1608840" y="3818613"/>
              <a:ext cx="2332439" cy="112316"/>
            </a:xfrm>
            <a:custGeom>
              <a:avLst/>
              <a:gdLst/>
              <a:ahLst/>
              <a:cxnLst/>
              <a:rect l="l" t="t" r="r" b="b"/>
              <a:pathLst>
                <a:path w="1765" h="85" extrusionOk="0">
                  <a:moveTo>
                    <a:pt x="1675" y="0"/>
                  </a:moveTo>
                  <a:lnTo>
                    <a:pt x="1765" y="85"/>
                  </a:lnTo>
                  <a:lnTo>
                    <a:pt x="0" y="85"/>
                  </a:lnTo>
                  <a:lnTo>
                    <a:pt x="0" y="0"/>
                  </a:lnTo>
                  <a:lnTo>
                    <a:pt x="167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6" name="Google Shape;1736;p29"/>
            <p:cNvSpPr/>
            <p:nvPr/>
          </p:nvSpPr>
          <p:spPr>
            <a:xfrm>
              <a:off x="1548855" y="3436741"/>
              <a:ext cx="2917861" cy="233881"/>
            </a:xfrm>
            <a:custGeom>
              <a:avLst/>
              <a:gdLst/>
              <a:ahLst/>
              <a:cxnLst/>
              <a:rect l="l" t="t" r="r" b="b"/>
              <a:pathLst>
                <a:path w="2208" h="177" extrusionOk="0">
                  <a:moveTo>
                    <a:pt x="903" y="172"/>
                  </a:moveTo>
                  <a:lnTo>
                    <a:pt x="903" y="0"/>
                  </a:lnTo>
                  <a:lnTo>
                    <a:pt x="907" y="0"/>
                  </a:lnTo>
                  <a:lnTo>
                    <a:pt x="907" y="172"/>
                  </a:lnTo>
                  <a:lnTo>
                    <a:pt x="1186" y="172"/>
                  </a:lnTo>
                  <a:lnTo>
                    <a:pt x="1186" y="0"/>
                  </a:lnTo>
                  <a:lnTo>
                    <a:pt x="1191" y="0"/>
                  </a:lnTo>
                  <a:lnTo>
                    <a:pt x="1191" y="172"/>
                  </a:lnTo>
                  <a:lnTo>
                    <a:pt x="2208" y="172"/>
                  </a:lnTo>
                  <a:lnTo>
                    <a:pt x="2208" y="177"/>
                  </a:lnTo>
                  <a:lnTo>
                    <a:pt x="0" y="177"/>
                  </a:lnTo>
                  <a:lnTo>
                    <a:pt x="0" y="172"/>
                  </a:lnTo>
                  <a:lnTo>
                    <a:pt x="903" y="17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7" name="Google Shape;1737;p29"/>
            <p:cNvSpPr/>
            <p:nvPr/>
          </p:nvSpPr>
          <p:spPr>
            <a:xfrm>
              <a:off x="1548855" y="3685156"/>
              <a:ext cx="2959800" cy="54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8" name="Google Shape;1738;p29"/>
            <p:cNvSpPr/>
            <p:nvPr/>
          </p:nvSpPr>
          <p:spPr>
            <a:xfrm>
              <a:off x="880179" y="3999640"/>
              <a:ext cx="506132" cy="76639"/>
            </a:xfrm>
            <a:custGeom>
              <a:avLst/>
              <a:gdLst/>
              <a:ahLst/>
              <a:cxnLst/>
              <a:rect l="l" t="t" r="r" b="b"/>
              <a:pathLst>
                <a:path w="402" h="61" extrusionOk="0">
                  <a:moveTo>
                    <a:pt x="22" y="2"/>
                  </a:moveTo>
                  <a:cubicBezTo>
                    <a:pt x="22" y="1"/>
                    <a:pt x="22" y="1"/>
                    <a:pt x="22" y="1"/>
                  </a:cubicBezTo>
                  <a:cubicBezTo>
                    <a:pt x="22" y="1"/>
                    <a:pt x="22" y="1"/>
                    <a:pt x="22" y="1"/>
                  </a:cubicBezTo>
                  <a:cubicBezTo>
                    <a:pt x="25" y="1"/>
                    <a:pt x="28" y="0"/>
                    <a:pt x="31" y="0"/>
                  </a:cubicBezTo>
                  <a:cubicBezTo>
                    <a:pt x="34" y="0"/>
                    <a:pt x="36" y="1"/>
                    <a:pt x="39" y="1"/>
                  </a:cubicBezTo>
                  <a:cubicBezTo>
                    <a:pt x="89" y="1"/>
                    <a:pt x="89" y="1"/>
                    <a:pt x="89" y="1"/>
                  </a:cubicBezTo>
                  <a:cubicBezTo>
                    <a:pt x="92" y="1"/>
                    <a:pt x="95" y="0"/>
                    <a:pt x="98" y="0"/>
                  </a:cubicBezTo>
                  <a:cubicBezTo>
                    <a:pt x="101" y="0"/>
                    <a:pt x="103" y="1"/>
                    <a:pt x="106" y="1"/>
                  </a:cubicBezTo>
                  <a:cubicBezTo>
                    <a:pt x="297" y="1"/>
                    <a:pt x="297" y="1"/>
                    <a:pt x="297" y="1"/>
                  </a:cubicBezTo>
                  <a:cubicBezTo>
                    <a:pt x="299" y="1"/>
                    <a:pt x="302" y="0"/>
                    <a:pt x="305" y="0"/>
                  </a:cubicBezTo>
                  <a:cubicBezTo>
                    <a:pt x="308" y="0"/>
                    <a:pt x="310" y="1"/>
                    <a:pt x="313" y="1"/>
                  </a:cubicBezTo>
                  <a:cubicBezTo>
                    <a:pt x="364" y="1"/>
                    <a:pt x="364" y="1"/>
                    <a:pt x="364" y="1"/>
                  </a:cubicBezTo>
                  <a:cubicBezTo>
                    <a:pt x="366" y="1"/>
                    <a:pt x="369" y="0"/>
                    <a:pt x="372" y="0"/>
                  </a:cubicBezTo>
                  <a:cubicBezTo>
                    <a:pt x="389" y="0"/>
                    <a:pt x="402" y="14"/>
                    <a:pt x="402" y="31"/>
                  </a:cubicBezTo>
                  <a:cubicBezTo>
                    <a:pt x="402" y="48"/>
                    <a:pt x="389" y="61"/>
                    <a:pt x="372" y="61"/>
                  </a:cubicBezTo>
                  <a:cubicBezTo>
                    <a:pt x="358" y="61"/>
                    <a:pt x="346" y="52"/>
                    <a:pt x="343" y="39"/>
                  </a:cubicBezTo>
                  <a:cubicBezTo>
                    <a:pt x="334" y="39"/>
                    <a:pt x="334" y="39"/>
                    <a:pt x="334" y="39"/>
                  </a:cubicBezTo>
                  <a:cubicBezTo>
                    <a:pt x="330" y="52"/>
                    <a:pt x="319" y="61"/>
                    <a:pt x="305" y="61"/>
                  </a:cubicBezTo>
                  <a:cubicBezTo>
                    <a:pt x="291" y="61"/>
                    <a:pt x="279" y="52"/>
                    <a:pt x="276" y="39"/>
                  </a:cubicBezTo>
                  <a:cubicBezTo>
                    <a:pt x="264" y="39"/>
                    <a:pt x="264" y="39"/>
                    <a:pt x="264" y="39"/>
                  </a:cubicBezTo>
                  <a:cubicBezTo>
                    <a:pt x="256" y="52"/>
                    <a:pt x="256" y="52"/>
                    <a:pt x="256" y="52"/>
                  </a:cubicBezTo>
                  <a:cubicBezTo>
                    <a:pt x="140" y="52"/>
                    <a:pt x="140" y="52"/>
                    <a:pt x="140" y="52"/>
                  </a:cubicBezTo>
                  <a:cubicBezTo>
                    <a:pt x="132" y="39"/>
                    <a:pt x="132" y="39"/>
                    <a:pt x="132" y="39"/>
                  </a:cubicBezTo>
                  <a:cubicBezTo>
                    <a:pt x="127" y="39"/>
                    <a:pt x="127" y="39"/>
                    <a:pt x="127" y="39"/>
                  </a:cubicBezTo>
                  <a:cubicBezTo>
                    <a:pt x="123" y="52"/>
                    <a:pt x="112" y="61"/>
                    <a:pt x="98" y="61"/>
                  </a:cubicBezTo>
                  <a:cubicBezTo>
                    <a:pt x="84" y="61"/>
                    <a:pt x="72" y="52"/>
                    <a:pt x="69" y="39"/>
                  </a:cubicBezTo>
                  <a:cubicBezTo>
                    <a:pt x="60" y="39"/>
                    <a:pt x="60" y="39"/>
                    <a:pt x="60" y="39"/>
                  </a:cubicBezTo>
                  <a:cubicBezTo>
                    <a:pt x="56" y="52"/>
                    <a:pt x="45" y="61"/>
                    <a:pt x="31" y="61"/>
                  </a:cubicBezTo>
                  <a:cubicBezTo>
                    <a:pt x="14" y="61"/>
                    <a:pt x="0" y="48"/>
                    <a:pt x="0" y="31"/>
                  </a:cubicBezTo>
                  <a:cubicBezTo>
                    <a:pt x="0" y="17"/>
                    <a:pt x="9" y="5"/>
                    <a:pt x="22"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9" name="Google Shape;1739;p29"/>
            <p:cNvSpPr/>
            <p:nvPr/>
          </p:nvSpPr>
          <p:spPr>
            <a:xfrm>
              <a:off x="-1247429" y="3999640"/>
              <a:ext cx="506132" cy="76639"/>
            </a:xfrm>
            <a:custGeom>
              <a:avLst/>
              <a:gdLst/>
              <a:ahLst/>
              <a:cxnLst/>
              <a:rect l="l" t="t" r="r" b="b"/>
              <a:pathLst>
                <a:path w="402" h="61" extrusionOk="0">
                  <a:moveTo>
                    <a:pt x="22" y="2"/>
                  </a:moveTo>
                  <a:cubicBezTo>
                    <a:pt x="22" y="1"/>
                    <a:pt x="22" y="1"/>
                    <a:pt x="22" y="1"/>
                  </a:cubicBezTo>
                  <a:cubicBezTo>
                    <a:pt x="23" y="1"/>
                    <a:pt x="23" y="1"/>
                    <a:pt x="23" y="1"/>
                  </a:cubicBezTo>
                  <a:cubicBezTo>
                    <a:pt x="25" y="1"/>
                    <a:pt x="28" y="0"/>
                    <a:pt x="31" y="0"/>
                  </a:cubicBezTo>
                  <a:cubicBezTo>
                    <a:pt x="34" y="0"/>
                    <a:pt x="36" y="1"/>
                    <a:pt x="39" y="1"/>
                  </a:cubicBezTo>
                  <a:cubicBezTo>
                    <a:pt x="90" y="1"/>
                    <a:pt x="90" y="1"/>
                    <a:pt x="90" y="1"/>
                  </a:cubicBezTo>
                  <a:cubicBezTo>
                    <a:pt x="92" y="1"/>
                    <a:pt x="95" y="0"/>
                    <a:pt x="98" y="0"/>
                  </a:cubicBezTo>
                  <a:cubicBezTo>
                    <a:pt x="101" y="0"/>
                    <a:pt x="103" y="1"/>
                    <a:pt x="106" y="1"/>
                  </a:cubicBezTo>
                  <a:cubicBezTo>
                    <a:pt x="297" y="1"/>
                    <a:pt x="297" y="1"/>
                    <a:pt x="297" y="1"/>
                  </a:cubicBezTo>
                  <a:cubicBezTo>
                    <a:pt x="299" y="1"/>
                    <a:pt x="302" y="0"/>
                    <a:pt x="305" y="0"/>
                  </a:cubicBezTo>
                  <a:cubicBezTo>
                    <a:pt x="308" y="0"/>
                    <a:pt x="311" y="1"/>
                    <a:pt x="313" y="1"/>
                  </a:cubicBezTo>
                  <a:cubicBezTo>
                    <a:pt x="364" y="1"/>
                    <a:pt x="364" y="1"/>
                    <a:pt x="364" y="1"/>
                  </a:cubicBezTo>
                  <a:cubicBezTo>
                    <a:pt x="366" y="1"/>
                    <a:pt x="369" y="0"/>
                    <a:pt x="372" y="0"/>
                  </a:cubicBezTo>
                  <a:cubicBezTo>
                    <a:pt x="389" y="0"/>
                    <a:pt x="402" y="14"/>
                    <a:pt x="402" y="31"/>
                  </a:cubicBezTo>
                  <a:cubicBezTo>
                    <a:pt x="402" y="48"/>
                    <a:pt x="389" y="61"/>
                    <a:pt x="372" y="61"/>
                  </a:cubicBezTo>
                  <a:cubicBezTo>
                    <a:pt x="358" y="61"/>
                    <a:pt x="347" y="52"/>
                    <a:pt x="343" y="39"/>
                  </a:cubicBezTo>
                  <a:cubicBezTo>
                    <a:pt x="334" y="39"/>
                    <a:pt x="334" y="39"/>
                    <a:pt x="334" y="39"/>
                  </a:cubicBezTo>
                  <a:cubicBezTo>
                    <a:pt x="330" y="52"/>
                    <a:pt x="319" y="61"/>
                    <a:pt x="305" y="61"/>
                  </a:cubicBezTo>
                  <a:cubicBezTo>
                    <a:pt x="291" y="61"/>
                    <a:pt x="279" y="52"/>
                    <a:pt x="276" y="39"/>
                  </a:cubicBezTo>
                  <a:cubicBezTo>
                    <a:pt x="264" y="39"/>
                    <a:pt x="264" y="39"/>
                    <a:pt x="264" y="39"/>
                  </a:cubicBezTo>
                  <a:cubicBezTo>
                    <a:pt x="256" y="52"/>
                    <a:pt x="256" y="52"/>
                    <a:pt x="256" y="52"/>
                  </a:cubicBezTo>
                  <a:cubicBezTo>
                    <a:pt x="140" y="52"/>
                    <a:pt x="140" y="52"/>
                    <a:pt x="140" y="52"/>
                  </a:cubicBezTo>
                  <a:cubicBezTo>
                    <a:pt x="132" y="39"/>
                    <a:pt x="132" y="39"/>
                    <a:pt x="132" y="39"/>
                  </a:cubicBezTo>
                  <a:cubicBezTo>
                    <a:pt x="127" y="39"/>
                    <a:pt x="127" y="39"/>
                    <a:pt x="127" y="39"/>
                  </a:cubicBezTo>
                  <a:cubicBezTo>
                    <a:pt x="123" y="52"/>
                    <a:pt x="112" y="61"/>
                    <a:pt x="98" y="61"/>
                  </a:cubicBezTo>
                  <a:cubicBezTo>
                    <a:pt x="84" y="61"/>
                    <a:pt x="72" y="52"/>
                    <a:pt x="69" y="39"/>
                  </a:cubicBezTo>
                  <a:cubicBezTo>
                    <a:pt x="60" y="39"/>
                    <a:pt x="60" y="39"/>
                    <a:pt x="60" y="39"/>
                  </a:cubicBezTo>
                  <a:cubicBezTo>
                    <a:pt x="56" y="52"/>
                    <a:pt x="45" y="61"/>
                    <a:pt x="31" y="61"/>
                  </a:cubicBezTo>
                  <a:cubicBezTo>
                    <a:pt x="14" y="61"/>
                    <a:pt x="0" y="48"/>
                    <a:pt x="0" y="31"/>
                  </a:cubicBezTo>
                  <a:cubicBezTo>
                    <a:pt x="0" y="17"/>
                    <a:pt x="10" y="5"/>
                    <a:pt x="22"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0" name="Google Shape;1740;p29"/>
            <p:cNvSpPr/>
            <p:nvPr/>
          </p:nvSpPr>
          <p:spPr>
            <a:xfrm>
              <a:off x="-1358434" y="3436741"/>
              <a:ext cx="2855700" cy="59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1" name="Google Shape;1741;p29"/>
            <p:cNvSpPr/>
            <p:nvPr/>
          </p:nvSpPr>
          <p:spPr>
            <a:xfrm>
              <a:off x="-1358434" y="3991712"/>
              <a:ext cx="2855751" cy="84567"/>
            </a:xfrm>
            <a:custGeom>
              <a:avLst/>
              <a:gdLst/>
              <a:ahLst/>
              <a:cxnLst/>
              <a:rect l="l" t="t" r="r" b="b"/>
              <a:pathLst>
                <a:path w="2161" h="64" extrusionOk="0">
                  <a:moveTo>
                    <a:pt x="467" y="10"/>
                  </a:moveTo>
                  <a:lnTo>
                    <a:pt x="481" y="0"/>
                  </a:lnTo>
                  <a:lnTo>
                    <a:pt x="1680" y="0"/>
                  </a:lnTo>
                  <a:lnTo>
                    <a:pt x="1694" y="10"/>
                  </a:lnTo>
                  <a:lnTo>
                    <a:pt x="2161" y="10"/>
                  </a:lnTo>
                  <a:lnTo>
                    <a:pt x="2161" y="46"/>
                  </a:lnTo>
                  <a:lnTo>
                    <a:pt x="2101" y="46"/>
                  </a:lnTo>
                  <a:lnTo>
                    <a:pt x="2077" y="31"/>
                  </a:lnTo>
                  <a:lnTo>
                    <a:pt x="1695" y="31"/>
                  </a:lnTo>
                  <a:lnTo>
                    <a:pt x="1670" y="64"/>
                  </a:lnTo>
                  <a:lnTo>
                    <a:pt x="491" y="64"/>
                  </a:lnTo>
                  <a:lnTo>
                    <a:pt x="467" y="31"/>
                  </a:lnTo>
                  <a:lnTo>
                    <a:pt x="85" y="31"/>
                  </a:lnTo>
                  <a:lnTo>
                    <a:pt x="61" y="46"/>
                  </a:lnTo>
                  <a:lnTo>
                    <a:pt x="0" y="46"/>
                  </a:lnTo>
                  <a:lnTo>
                    <a:pt x="0" y="10"/>
                  </a:lnTo>
                  <a:lnTo>
                    <a:pt x="467" y="1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2" name="Google Shape;1742;p29"/>
            <p:cNvSpPr/>
            <p:nvPr/>
          </p:nvSpPr>
          <p:spPr>
            <a:xfrm>
              <a:off x="-671257" y="4024745"/>
              <a:ext cx="1488000" cy="318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3" name="Google Shape;1743;p29"/>
            <p:cNvSpPr/>
            <p:nvPr/>
          </p:nvSpPr>
          <p:spPr>
            <a:xfrm>
              <a:off x="-1025418" y="3397100"/>
              <a:ext cx="2336700" cy="399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4" name="Google Shape;1744;p29"/>
            <p:cNvSpPr/>
            <p:nvPr/>
          </p:nvSpPr>
          <p:spPr>
            <a:xfrm>
              <a:off x="-416208" y="3348209"/>
              <a:ext cx="993600" cy="489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5" name="Google Shape;1745;p29"/>
            <p:cNvSpPr/>
            <p:nvPr/>
          </p:nvSpPr>
          <p:spPr>
            <a:xfrm>
              <a:off x="814104" y="3537164"/>
              <a:ext cx="449309" cy="158563"/>
            </a:xfrm>
            <a:custGeom>
              <a:avLst/>
              <a:gdLst/>
              <a:ahLst/>
              <a:cxnLst/>
              <a:rect l="l" t="t" r="r" b="b"/>
              <a:pathLst>
                <a:path w="357" h="126" extrusionOk="0">
                  <a:moveTo>
                    <a:pt x="0" y="22"/>
                  </a:moveTo>
                  <a:cubicBezTo>
                    <a:pt x="0" y="104"/>
                    <a:pt x="0" y="104"/>
                    <a:pt x="0" y="104"/>
                  </a:cubicBezTo>
                  <a:cubicBezTo>
                    <a:pt x="0" y="116"/>
                    <a:pt x="10" y="126"/>
                    <a:pt x="22" y="126"/>
                  </a:cubicBezTo>
                  <a:cubicBezTo>
                    <a:pt x="335" y="126"/>
                    <a:pt x="335" y="126"/>
                    <a:pt x="335" y="126"/>
                  </a:cubicBezTo>
                  <a:cubicBezTo>
                    <a:pt x="347" y="126"/>
                    <a:pt x="357" y="116"/>
                    <a:pt x="357" y="104"/>
                  </a:cubicBezTo>
                  <a:cubicBezTo>
                    <a:pt x="357" y="22"/>
                    <a:pt x="357" y="22"/>
                    <a:pt x="357" y="22"/>
                  </a:cubicBezTo>
                  <a:cubicBezTo>
                    <a:pt x="357" y="10"/>
                    <a:pt x="347" y="0"/>
                    <a:pt x="335" y="0"/>
                  </a:cubicBezTo>
                  <a:cubicBezTo>
                    <a:pt x="22" y="0"/>
                    <a:pt x="22" y="0"/>
                    <a:pt x="22" y="0"/>
                  </a:cubicBezTo>
                  <a:cubicBezTo>
                    <a:pt x="10" y="0"/>
                    <a:pt x="0" y="10"/>
                    <a:pt x="0" y="2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6" name="Google Shape;1746;p29"/>
            <p:cNvSpPr/>
            <p:nvPr/>
          </p:nvSpPr>
          <p:spPr>
            <a:xfrm>
              <a:off x="334401" y="3537164"/>
              <a:ext cx="449309" cy="158563"/>
            </a:xfrm>
            <a:custGeom>
              <a:avLst/>
              <a:gdLst/>
              <a:ahLst/>
              <a:cxnLst/>
              <a:rect l="l" t="t" r="r" b="b"/>
              <a:pathLst>
                <a:path w="357" h="126" extrusionOk="0">
                  <a:moveTo>
                    <a:pt x="0" y="22"/>
                  </a:moveTo>
                  <a:cubicBezTo>
                    <a:pt x="0" y="104"/>
                    <a:pt x="0" y="104"/>
                    <a:pt x="0" y="104"/>
                  </a:cubicBezTo>
                  <a:cubicBezTo>
                    <a:pt x="0" y="116"/>
                    <a:pt x="10" y="126"/>
                    <a:pt x="22" y="126"/>
                  </a:cubicBezTo>
                  <a:cubicBezTo>
                    <a:pt x="335" y="126"/>
                    <a:pt x="335" y="126"/>
                    <a:pt x="335" y="126"/>
                  </a:cubicBezTo>
                  <a:cubicBezTo>
                    <a:pt x="347" y="126"/>
                    <a:pt x="357" y="116"/>
                    <a:pt x="357" y="104"/>
                  </a:cubicBezTo>
                  <a:cubicBezTo>
                    <a:pt x="357" y="22"/>
                    <a:pt x="357" y="22"/>
                    <a:pt x="357" y="22"/>
                  </a:cubicBezTo>
                  <a:cubicBezTo>
                    <a:pt x="357" y="10"/>
                    <a:pt x="347" y="0"/>
                    <a:pt x="335" y="0"/>
                  </a:cubicBezTo>
                  <a:cubicBezTo>
                    <a:pt x="22" y="0"/>
                    <a:pt x="22" y="0"/>
                    <a:pt x="22" y="0"/>
                  </a:cubicBezTo>
                  <a:cubicBezTo>
                    <a:pt x="10" y="0"/>
                    <a:pt x="0" y="10"/>
                    <a:pt x="0" y="2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7" name="Google Shape;1747;p29"/>
            <p:cNvSpPr/>
            <p:nvPr/>
          </p:nvSpPr>
          <p:spPr>
            <a:xfrm>
              <a:off x="-145302" y="3537164"/>
              <a:ext cx="449308" cy="158563"/>
            </a:xfrm>
            <a:custGeom>
              <a:avLst/>
              <a:gdLst/>
              <a:ahLst/>
              <a:cxnLst/>
              <a:rect l="l" t="t" r="r" b="b"/>
              <a:pathLst>
                <a:path w="356" h="126" extrusionOk="0">
                  <a:moveTo>
                    <a:pt x="0" y="22"/>
                  </a:moveTo>
                  <a:cubicBezTo>
                    <a:pt x="0" y="104"/>
                    <a:pt x="0" y="104"/>
                    <a:pt x="0" y="104"/>
                  </a:cubicBezTo>
                  <a:cubicBezTo>
                    <a:pt x="0" y="116"/>
                    <a:pt x="10" y="126"/>
                    <a:pt x="22" y="126"/>
                  </a:cubicBezTo>
                  <a:cubicBezTo>
                    <a:pt x="334" y="126"/>
                    <a:pt x="334" y="126"/>
                    <a:pt x="334" y="126"/>
                  </a:cubicBezTo>
                  <a:cubicBezTo>
                    <a:pt x="347" y="126"/>
                    <a:pt x="356" y="116"/>
                    <a:pt x="356" y="104"/>
                  </a:cubicBezTo>
                  <a:cubicBezTo>
                    <a:pt x="356" y="22"/>
                    <a:pt x="356" y="22"/>
                    <a:pt x="356" y="22"/>
                  </a:cubicBezTo>
                  <a:cubicBezTo>
                    <a:pt x="356" y="10"/>
                    <a:pt x="347" y="0"/>
                    <a:pt x="334" y="0"/>
                  </a:cubicBezTo>
                  <a:cubicBezTo>
                    <a:pt x="22" y="0"/>
                    <a:pt x="22" y="0"/>
                    <a:pt x="22" y="0"/>
                  </a:cubicBezTo>
                  <a:cubicBezTo>
                    <a:pt x="10" y="0"/>
                    <a:pt x="0" y="10"/>
                    <a:pt x="0" y="2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8" name="Google Shape;1748;p29"/>
            <p:cNvSpPr/>
            <p:nvPr/>
          </p:nvSpPr>
          <p:spPr>
            <a:xfrm>
              <a:off x="-623683" y="3537164"/>
              <a:ext cx="447986" cy="158563"/>
            </a:xfrm>
            <a:custGeom>
              <a:avLst/>
              <a:gdLst/>
              <a:ahLst/>
              <a:cxnLst/>
              <a:rect l="l" t="t" r="r" b="b"/>
              <a:pathLst>
                <a:path w="356" h="126" extrusionOk="0">
                  <a:moveTo>
                    <a:pt x="0" y="22"/>
                  </a:moveTo>
                  <a:cubicBezTo>
                    <a:pt x="0" y="104"/>
                    <a:pt x="0" y="104"/>
                    <a:pt x="0" y="104"/>
                  </a:cubicBezTo>
                  <a:cubicBezTo>
                    <a:pt x="0" y="116"/>
                    <a:pt x="10" y="126"/>
                    <a:pt x="22" y="126"/>
                  </a:cubicBezTo>
                  <a:cubicBezTo>
                    <a:pt x="334" y="126"/>
                    <a:pt x="334" y="126"/>
                    <a:pt x="334" y="126"/>
                  </a:cubicBezTo>
                  <a:cubicBezTo>
                    <a:pt x="346" y="126"/>
                    <a:pt x="356" y="116"/>
                    <a:pt x="356" y="104"/>
                  </a:cubicBezTo>
                  <a:cubicBezTo>
                    <a:pt x="356" y="22"/>
                    <a:pt x="356" y="22"/>
                    <a:pt x="356" y="22"/>
                  </a:cubicBezTo>
                  <a:cubicBezTo>
                    <a:pt x="356" y="10"/>
                    <a:pt x="346" y="0"/>
                    <a:pt x="334" y="0"/>
                  </a:cubicBezTo>
                  <a:cubicBezTo>
                    <a:pt x="22" y="0"/>
                    <a:pt x="22" y="0"/>
                    <a:pt x="22" y="0"/>
                  </a:cubicBezTo>
                  <a:cubicBezTo>
                    <a:pt x="10" y="0"/>
                    <a:pt x="0" y="10"/>
                    <a:pt x="0" y="2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9" name="Google Shape;1749;p29"/>
            <p:cNvSpPr/>
            <p:nvPr/>
          </p:nvSpPr>
          <p:spPr>
            <a:xfrm>
              <a:off x="-1102064" y="3537164"/>
              <a:ext cx="449309" cy="158563"/>
            </a:xfrm>
            <a:custGeom>
              <a:avLst/>
              <a:gdLst/>
              <a:ahLst/>
              <a:cxnLst/>
              <a:rect l="l" t="t" r="r" b="b"/>
              <a:pathLst>
                <a:path w="357" h="126" extrusionOk="0">
                  <a:moveTo>
                    <a:pt x="0" y="22"/>
                  </a:moveTo>
                  <a:cubicBezTo>
                    <a:pt x="0" y="104"/>
                    <a:pt x="0" y="104"/>
                    <a:pt x="0" y="104"/>
                  </a:cubicBezTo>
                  <a:cubicBezTo>
                    <a:pt x="0" y="116"/>
                    <a:pt x="10" y="126"/>
                    <a:pt x="22" y="126"/>
                  </a:cubicBezTo>
                  <a:cubicBezTo>
                    <a:pt x="335" y="126"/>
                    <a:pt x="335" y="126"/>
                    <a:pt x="335" y="126"/>
                  </a:cubicBezTo>
                  <a:cubicBezTo>
                    <a:pt x="347" y="126"/>
                    <a:pt x="357" y="116"/>
                    <a:pt x="357" y="104"/>
                  </a:cubicBezTo>
                  <a:cubicBezTo>
                    <a:pt x="357" y="22"/>
                    <a:pt x="357" y="22"/>
                    <a:pt x="357" y="22"/>
                  </a:cubicBezTo>
                  <a:cubicBezTo>
                    <a:pt x="357" y="10"/>
                    <a:pt x="347" y="0"/>
                    <a:pt x="335" y="0"/>
                  </a:cubicBezTo>
                  <a:cubicBezTo>
                    <a:pt x="22" y="0"/>
                    <a:pt x="22" y="0"/>
                    <a:pt x="22" y="0"/>
                  </a:cubicBezTo>
                  <a:cubicBezTo>
                    <a:pt x="10" y="0"/>
                    <a:pt x="0" y="10"/>
                    <a:pt x="0" y="2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0" name="Google Shape;1750;p29"/>
            <p:cNvSpPr/>
            <p:nvPr/>
          </p:nvSpPr>
          <p:spPr>
            <a:xfrm>
              <a:off x="-1358434" y="3817292"/>
              <a:ext cx="2855700" cy="501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1" name="Google Shape;1751;p29"/>
            <p:cNvSpPr/>
            <p:nvPr/>
          </p:nvSpPr>
          <p:spPr>
            <a:xfrm>
              <a:off x="-1358434" y="3882038"/>
              <a:ext cx="2855700" cy="501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2" name="Google Shape;1752;p29"/>
            <p:cNvSpPr/>
            <p:nvPr/>
          </p:nvSpPr>
          <p:spPr>
            <a:xfrm>
              <a:off x="-1102064" y="3734046"/>
              <a:ext cx="2365500" cy="237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3" name="Google Shape;1753;p29"/>
            <p:cNvSpPr/>
            <p:nvPr/>
          </p:nvSpPr>
          <p:spPr>
            <a:xfrm>
              <a:off x="-1358434" y="3489595"/>
              <a:ext cx="2855700" cy="6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4" name="Google Shape;1754;p29"/>
            <p:cNvSpPr/>
            <p:nvPr/>
          </p:nvSpPr>
          <p:spPr>
            <a:xfrm>
              <a:off x="1497317" y="3496202"/>
              <a:ext cx="51600" cy="5364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5" name="Google Shape;1755;p29"/>
            <p:cNvSpPr/>
            <p:nvPr/>
          </p:nvSpPr>
          <p:spPr>
            <a:xfrm>
              <a:off x="-1409972" y="3496202"/>
              <a:ext cx="51600" cy="5364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56" name="Google Shape;1756;p29"/>
          <p:cNvSpPr/>
          <p:nvPr/>
        </p:nvSpPr>
        <p:spPr>
          <a:xfrm flipH="1">
            <a:off x="5473271" y="2811538"/>
            <a:ext cx="772382" cy="301075"/>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4" name="Gráfico 3">
            <a:extLst>
              <a:ext uri="{FF2B5EF4-FFF2-40B4-BE49-F238E27FC236}">
                <a16:creationId xmlns:a16="http://schemas.microsoft.com/office/drawing/2014/main" id="{01769A0C-3F55-32F6-E41C-5BE32C7E1A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84950" y="-155381"/>
            <a:ext cx="2785402" cy="820699"/>
          </a:xfrm>
          <a:prstGeom prst="rect">
            <a:avLst/>
          </a:prstGeom>
        </p:spPr>
      </p:pic>
      <p:sp>
        <p:nvSpPr>
          <p:cNvPr id="5" name="CaixaDeTexto 4">
            <a:extLst>
              <a:ext uri="{FF2B5EF4-FFF2-40B4-BE49-F238E27FC236}">
                <a16:creationId xmlns:a16="http://schemas.microsoft.com/office/drawing/2014/main" id="{4520768C-EFC9-1254-04EB-CA35AED6DAA8}"/>
              </a:ext>
            </a:extLst>
          </p:cNvPr>
          <p:cNvSpPr txBox="1"/>
          <p:nvPr/>
        </p:nvSpPr>
        <p:spPr>
          <a:xfrm>
            <a:off x="7529698" y="3468145"/>
            <a:ext cx="1878037" cy="1600438"/>
          </a:xfrm>
          <a:prstGeom prst="rect">
            <a:avLst/>
          </a:prstGeom>
          <a:noFill/>
        </p:spPr>
        <p:txBody>
          <a:bodyPr wrap="square" rtlCol="0">
            <a:spAutoFit/>
          </a:bodyPr>
          <a:lstStyle/>
          <a:p>
            <a:r>
              <a:rPr lang="pt-PT" b="1" dirty="0"/>
              <a:t>Group 121</a:t>
            </a:r>
          </a:p>
          <a:p>
            <a:endParaRPr lang="pt-PT" dirty="0"/>
          </a:p>
          <a:p>
            <a:r>
              <a:rPr lang="pt-PT" dirty="0"/>
              <a:t>André Pinho</a:t>
            </a:r>
          </a:p>
          <a:p>
            <a:r>
              <a:rPr lang="pt-PT" dirty="0"/>
              <a:t>Bianca Almeida</a:t>
            </a:r>
          </a:p>
          <a:p>
            <a:r>
              <a:rPr lang="pt-PT" dirty="0"/>
              <a:t>Carlota Lemos</a:t>
            </a:r>
          </a:p>
          <a:p>
            <a:r>
              <a:rPr lang="pt-PT" dirty="0"/>
              <a:t>Eduardo Almeida</a:t>
            </a:r>
          </a:p>
          <a:p>
            <a:r>
              <a:rPr lang="pt-PT" dirty="0"/>
              <a:t>Marcelo Carvalho</a:t>
            </a:r>
          </a:p>
        </p:txBody>
      </p:sp>
      <p:sp>
        <p:nvSpPr>
          <p:cNvPr id="6" name="CaixaDeTexto 5">
            <a:extLst>
              <a:ext uri="{FF2B5EF4-FFF2-40B4-BE49-F238E27FC236}">
                <a16:creationId xmlns:a16="http://schemas.microsoft.com/office/drawing/2014/main" id="{BE5B86E4-D662-61E6-7EB1-D1AC89296598}"/>
              </a:ext>
            </a:extLst>
          </p:cNvPr>
          <p:cNvSpPr txBox="1"/>
          <p:nvPr/>
        </p:nvSpPr>
        <p:spPr>
          <a:xfrm>
            <a:off x="-175697" y="4148277"/>
            <a:ext cx="2452272" cy="1384995"/>
          </a:xfrm>
          <a:prstGeom prst="rect">
            <a:avLst/>
          </a:prstGeom>
          <a:noFill/>
        </p:spPr>
        <p:txBody>
          <a:bodyPr wrap="square" rtlCol="0">
            <a:spAutoFit/>
          </a:bodyPr>
          <a:lstStyle/>
          <a:p>
            <a:pPr algn="ctr"/>
            <a:r>
              <a:rPr lang="pt-PT" dirty="0"/>
              <a:t>Professores</a:t>
            </a:r>
          </a:p>
          <a:p>
            <a:pPr algn="ctr"/>
            <a:r>
              <a:rPr lang="pt-PT" dirty="0"/>
              <a:t>João Miguel Carneiro</a:t>
            </a:r>
          </a:p>
          <a:p>
            <a:pPr algn="ctr"/>
            <a:r>
              <a:rPr lang="pt-PT" dirty="0"/>
              <a:t>Alberto Gomes Mendes</a:t>
            </a:r>
          </a:p>
          <a:p>
            <a:pPr algn="ctr"/>
            <a:r>
              <a:rPr lang="pt-PT" dirty="0"/>
              <a:t>Jorge Santos</a:t>
            </a:r>
          </a:p>
          <a:p>
            <a:pPr algn="ctr"/>
            <a:br>
              <a:rPr lang="pt-PT" dirty="0"/>
            </a:br>
            <a:endParaRPr lang="pt-PT"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69"/>
        <p:cNvGrpSpPr/>
        <p:nvPr/>
      </p:nvGrpSpPr>
      <p:grpSpPr>
        <a:xfrm>
          <a:off x="0" y="0"/>
          <a:ext cx="0" cy="0"/>
          <a:chOff x="0" y="0"/>
          <a:chExt cx="0" cy="0"/>
        </a:xfrm>
      </p:grpSpPr>
      <p:sp>
        <p:nvSpPr>
          <p:cNvPr id="1770" name="Google Shape;1770;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1771" name="Google Shape;1771;p31"/>
          <p:cNvSpPr txBox="1">
            <a:spLocks noGrp="1"/>
          </p:cNvSpPr>
          <p:nvPr>
            <p:ph type="title" idx="2"/>
          </p:nvPr>
        </p:nvSpPr>
        <p:spPr>
          <a:xfrm>
            <a:off x="872375" y="15712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772" name="Google Shape;1772;p31"/>
          <p:cNvSpPr txBox="1">
            <a:spLocks noGrp="1"/>
          </p:cNvSpPr>
          <p:nvPr>
            <p:ph type="title" idx="3"/>
          </p:nvPr>
        </p:nvSpPr>
        <p:spPr>
          <a:xfrm>
            <a:off x="872375" y="2787191"/>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773" name="Google Shape;1773;p31"/>
          <p:cNvSpPr txBox="1">
            <a:spLocks noGrp="1"/>
          </p:cNvSpPr>
          <p:nvPr>
            <p:ph type="title" idx="4"/>
          </p:nvPr>
        </p:nvSpPr>
        <p:spPr>
          <a:xfrm>
            <a:off x="3419250" y="15712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775" name="Google Shape;1775;p31"/>
          <p:cNvSpPr txBox="1">
            <a:spLocks noGrp="1"/>
          </p:cNvSpPr>
          <p:nvPr>
            <p:ph type="title" idx="6"/>
          </p:nvPr>
        </p:nvSpPr>
        <p:spPr>
          <a:xfrm>
            <a:off x="5966125" y="15712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777" name="Google Shape;1777;p31"/>
          <p:cNvSpPr txBox="1">
            <a:spLocks noGrp="1"/>
          </p:cNvSpPr>
          <p:nvPr>
            <p:ph type="subTitle" idx="1"/>
          </p:nvPr>
        </p:nvSpPr>
        <p:spPr>
          <a:xfrm>
            <a:off x="872375" y="1942550"/>
            <a:ext cx="2305500" cy="678900"/>
          </a:xfrm>
          <a:prstGeom prst="rect">
            <a:avLst/>
          </a:prstGeom>
        </p:spPr>
        <p:txBody>
          <a:bodyPr spcFirstLastPara="1" wrap="square" lIns="91425" tIns="91425" rIns="91425" bIns="91425" anchor="t" anchorCtr="0">
            <a:noAutofit/>
          </a:bodyPr>
          <a:lstStyle/>
          <a:p>
            <a:pPr marL="0" lvl="0" indent="0"/>
            <a:r>
              <a:rPr lang="pt-PT" dirty="0"/>
              <a:t>Schedule Explanation</a:t>
            </a:r>
            <a:endParaRPr dirty="0"/>
          </a:p>
        </p:txBody>
      </p:sp>
      <p:sp>
        <p:nvSpPr>
          <p:cNvPr id="1778" name="Google Shape;1778;p31"/>
          <p:cNvSpPr txBox="1">
            <a:spLocks noGrp="1"/>
          </p:cNvSpPr>
          <p:nvPr>
            <p:ph type="subTitle" idx="8"/>
          </p:nvPr>
        </p:nvSpPr>
        <p:spPr>
          <a:xfrm>
            <a:off x="3419250" y="1942550"/>
            <a:ext cx="2305500" cy="678900"/>
          </a:xfrm>
          <a:prstGeom prst="rect">
            <a:avLst/>
          </a:prstGeom>
        </p:spPr>
        <p:txBody>
          <a:bodyPr spcFirstLastPara="1" wrap="square" lIns="91425" tIns="91425" rIns="91425" bIns="91425" anchor="t" anchorCtr="0">
            <a:noAutofit/>
          </a:bodyPr>
          <a:lstStyle/>
          <a:p>
            <a:pPr marL="0" lvl="0" indent="0"/>
            <a:r>
              <a:rPr lang="en-US" dirty="0"/>
              <a:t>Single Track Collision</a:t>
            </a:r>
            <a:endParaRPr dirty="0"/>
          </a:p>
        </p:txBody>
      </p:sp>
      <p:sp>
        <p:nvSpPr>
          <p:cNvPr id="1779" name="Google Shape;1779;p31"/>
          <p:cNvSpPr txBox="1">
            <a:spLocks noGrp="1"/>
          </p:cNvSpPr>
          <p:nvPr>
            <p:ph type="subTitle" idx="9"/>
          </p:nvPr>
        </p:nvSpPr>
        <p:spPr>
          <a:xfrm>
            <a:off x="5966125" y="1942550"/>
            <a:ext cx="2305500" cy="678900"/>
          </a:xfrm>
          <a:prstGeom prst="rect">
            <a:avLst/>
          </a:prstGeom>
        </p:spPr>
        <p:txBody>
          <a:bodyPr spcFirstLastPara="1" wrap="square" lIns="91425" tIns="91425" rIns="91425" bIns="91425" anchor="t" anchorCtr="0">
            <a:noAutofit/>
          </a:bodyPr>
          <a:lstStyle/>
          <a:p>
            <a:pPr marL="0" lvl="0" indent="0"/>
            <a:r>
              <a:rPr lang="pt-PT" dirty="0"/>
              <a:t>Two </a:t>
            </a:r>
            <a:r>
              <a:rPr lang="en-US" dirty="0"/>
              <a:t>Single Track Collision</a:t>
            </a:r>
            <a:endParaRPr dirty="0"/>
          </a:p>
        </p:txBody>
      </p:sp>
      <p:sp>
        <p:nvSpPr>
          <p:cNvPr id="1780" name="Google Shape;1780;p31"/>
          <p:cNvSpPr txBox="1">
            <a:spLocks noGrp="1"/>
          </p:cNvSpPr>
          <p:nvPr>
            <p:ph type="subTitle" idx="13"/>
          </p:nvPr>
        </p:nvSpPr>
        <p:spPr>
          <a:xfrm>
            <a:off x="872375" y="3158600"/>
            <a:ext cx="1828622" cy="678900"/>
          </a:xfrm>
          <a:prstGeom prst="rect">
            <a:avLst/>
          </a:prstGeom>
        </p:spPr>
        <p:txBody>
          <a:bodyPr spcFirstLastPara="1" wrap="square" lIns="91425" tIns="91425" rIns="91425" bIns="91425" anchor="t" anchorCtr="0">
            <a:noAutofit/>
          </a:bodyPr>
          <a:lstStyle/>
          <a:p>
            <a:pPr marL="0" lvl="0" indent="0"/>
            <a:r>
              <a:rPr lang="pt-PT" dirty="0"/>
              <a:t>Siding Collision</a:t>
            </a:r>
            <a:endParaRPr dirty="0"/>
          </a:p>
        </p:txBody>
      </p:sp>
      <p:pic>
        <p:nvPicPr>
          <p:cNvPr id="13" name="Gráfico 12">
            <a:extLst>
              <a:ext uri="{FF2B5EF4-FFF2-40B4-BE49-F238E27FC236}">
                <a16:creationId xmlns:a16="http://schemas.microsoft.com/office/drawing/2014/main" id="{4BD8C9B9-F0FF-3300-2F49-1560E9AD66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83416" y="-108533"/>
            <a:ext cx="1299942" cy="7919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81"/>
        <p:cNvGrpSpPr/>
        <p:nvPr/>
      </p:nvGrpSpPr>
      <p:grpSpPr>
        <a:xfrm>
          <a:off x="0" y="0"/>
          <a:ext cx="0" cy="0"/>
          <a:chOff x="0" y="0"/>
          <a:chExt cx="0" cy="0"/>
        </a:xfrm>
      </p:grpSpPr>
      <p:sp>
        <p:nvSpPr>
          <p:cNvPr id="18" name="CaixaDeTexto 17">
            <a:extLst>
              <a:ext uri="{FF2B5EF4-FFF2-40B4-BE49-F238E27FC236}">
                <a16:creationId xmlns:a16="http://schemas.microsoft.com/office/drawing/2014/main" id="{B354BFF8-1FFC-C93C-908B-954C4A0359B2}"/>
              </a:ext>
            </a:extLst>
          </p:cNvPr>
          <p:cNvSpPr txBox="1"/>
          <p:nvPr/>
        </p:nvSpPr>
        <p:spPr>
          <a:xfrm>
            <a:off x="489160" y="739242"/>
            <a:ext cx="4295132" cy="1384995"/>
          </a:xfrm>
          <a:prstGeom prst="rect">
            <a:avLst/>
          </a:prstGeom>
          <a:noFill/>
        </p:spPr>
        <p:txBody>
          <a:bodyPr wrap="square" rtlCol="0">
            <a:spAutoFit/>
          </a:bodyPr>
          <a:lstStyle/>
          <a:p>
            <a:pPr algn="just"/>
            <a:r>
              <a:rPr lang="en-US" sz="1200">
                <a:latin typeface="Hanken Grotesk" panose="020B0604020202020204" charset="0"/>
              </a:rPr>
              <a:t>Creation: Each time we add a complete train, the schedule generates all events again. It generates them in order of event date. </a:t>
            </a:r>
          </a:p>
          <a:p>
            <a:pPr algn="just"/>
            <a:endParaRPr lang="en-US" sz="1200">
              <a:latin typeface="Hanken Grotesk" panose="020B0604020202020204" charset="0"/>
            </a:endParaRPr>
          </a:p>
          <a:p>
            <a:pPr algn="just"/>
            <a:r>
              <a:rPr lang="en-US" sz="1200">
                <a:latin typeface="Hanken Grotesk" panose="020B0604020202020204" charset="0"/>
              </a:rPr>
              <a:t>Events: For each event, check whether it is possible to create the event or generate a waiting event, placing it at the top of the event list.</a:t>
            </a:r>
          </a:p>
        </p:txBody>
      </p:sp>
      <p:pic>
        <p:nvPicPr>
          <p:cNvPr id="19" name="Imagem 18" descr="Uma imagem com texto, captura de ecrã, diagrama, file&#10;&#10;Os conteúdos gerados por IA podem estar incorretos.">
            <a:extLst>
              <a:ext uri="{FF2B5EF4-FFF2-40B4-BE49-F238E27FC236}">
                <a16:creationId xmlns:a16="http://schemas.microsoft.com/office/drawing/2014/main" id="{B0811B6B-E64E-A051-54E6-FE328A038467}"/>
              </a:ext>
            </a:extLst>
          </p:cNvPr>
          <p:cNvPicPr>
            <a:picLocks noChangeAspect="1"/>
          </p:cNvPicPr>
          <p:nvPr/>
        </p:nvPicPr>
        <p:blipFill>
          <a:blip r:embed="rId3"/>
          <a:srcRect b="10864"/>
          <a:stretch>
            <a:fillRect/>
          </a:stretch>
        </p:blipFill>
        <p:spPr>
          <a:xfrm>
            <a:off x="5144248" y="950827"/>
            <a:ext cx="3999752" cy="2889654"/>
          </a:xfrm>
          <a:prstGeom prst="rect">
            <a:avLst/>
          </a:prstGeom>
        </p:spPr>
      </p:pic>
      <p:sp>
        <p:nvSpPr>
          <p:cNvPr id="20" name="CaixaDeTexto 19">
            <a:extLst>
              <a:ext uri="{FF2B5EF4-FFF2-40B4-BE49-F238E27FC236}">
                <a16:creationId xmlns:a16="http://schemas.microsoft.com/office/drawing/2014/main" id="{101266CE-0B1B-06DF-633C-8A9D8125C3A5}"/>
              </a:ext>
            </a:extLst>
          </p:cNvPr>
          <p:cNvSpPr txBox="1"/>
          <p:nvPr/>
        </p:nvSpPr>
        <p:spPr>
          <a:xfrm>
            <a:off x="5720960" y="3840481"/>
            <a:ext cx="2846328" cy="230832"/>
          </a:xfrm>
          <a:prstGeom prst="rect">
            <a:avLst/>
          </a:prstGeom>
          <a:noFill/>
        </p:spPr>
        <p:txBody>
          <a:bodyPr wrap="square" rtlCol="0">
            <a:spAutoFit/>
          </a:bodyPr>
          <a:lstStyle/>
          <a:p>
            <a:pPr algn="ctr"/>
            <a:r>
              <a:rPr lang="pt-PT" sz="900" i="1">
                <a:latin typeface="Aptos" panose="020B0004020202020204" pitchFamily="34" charset="0"/>
              </a:rPr>
              <a:t>Fig.1 - Schedule Graphical Display</a:t>
            </a:r>
          </a:p>
        </p:txBody>
      </p:sp>
      <p:pic>
        <p:nvPicPr>
          <p:cNvPr id="21" name="Imagem 20" descr="Uma imagem com captura de ecrã, casa&#10;&#10;Os conteúdos gerados por IA podem estar incorretos.">
            <a:extLst>
              <a:ext uri="{FF2B5EF4-FFF2-40B4-BE49-F238E27FC236}">
                <a16:creationId xmlns:a16="http://schemas.microsoft.com/office/drawing/2014/main" id="{D57CA64F-886E-5F30-740A-A308B9BF3D3D}"/>
              </a:ext>
            </a:extLst>
          </p:cNvPr>
          <p:cNvPicPr>
            <a:picLocks noChangeAspect="1"/>
          </p:cNvPicPr>
          <p:nvPr/>
        </p:nvPicPr>
        <p:blipFill>
          <a:blip r:embed="rId4"/>
          <a:stretch>
            <a:fillRect/>
          </a:stretch>
        </p:blipFill>
        <p:spPr>
          <a:xfrm>
            <a:off x="5268350" y="4000606"/>
            <a:ext cx="3667109" cy="697869"/>
          </a:xfrm>
          <a:prstGeom prst="rect">
            <a:avLst/>
          </a:prstGeom>
        </p:spPr>
      </p:pic>
      <p:sp>
        <p:nvSpPr>
          <p:cNvPr id="22" name="CaixaDeTexto 21">
            <a:extLst>
              <a:ext uri="{FF2B5EF4-FFF2-40B4-BE49-F238E27FC236}">
                <a16:creationId xmlns:a16="http://schemas.microsoft.com/office/drawing/2014/main" id="{968C3162-0D62-3BFF-C990-4038B0651F63}"/>
              </a:ext>
            </a:extLst>
          </p:cNvPr>
          <p:cNvSpPr txBox="1"/>
          <p:nvPr/>
        </p:nvSpPr>
        <p:spPr>
          <a:xfrm>
            <a:off x="5720960" y="4682755"/>
            <a:ext cx="2846328" cy="230832"/>
          </a:xfrm>
          <a:prstGeom prst="rect">
            <a:avLst/>
          </a:prstGeom>
          <a:noFill/>
        </p:spPr>
        <p:txBody>
          <a:bodyPr wrap="square" rtlCol="0">
            <a:spAutoFit/>
          </a:bodyPr>
          <a:lstStyle/>
          <a:p>
            <a:pPr algn="ctr"/>
            <a:r>
              <a:rPr lang="pt-PT" sz="900" i="1">
                <a:latin typeface="Aptos" panose="020B0004020202020204" pitchFamily="34" charset="0"/>
              </a:rPr>
              <a:t>Fig.2 – Schedule Case</a:t>
            </a:r>
          </a:p>
        </p:txBody>
      </p:sp>
      <p:sp>
        <p:nvSpPr>
          <p:cNvPr id="23" name="Google Shape;1863;p34">
            <a:extLst>
              <a:ext uri="{FF2B5EF4-FFF2-40B4-BE49-F238E27FC236}">
                <a16:creationId xmlns:a16="http://schemas.microsoft.com/office/drawing/2014/main" id="{668F6D6B-BE89-AACD-2F15-2B856C673FFE}"/>
              </a:ext>
            </a:extLst>
          </p:cNvPr>
          <p:cNvSpPr txBox="1">
            <a:spLocks/>
          </p:cNvSpPr>
          <p:nvPr/>
        </p:nvSpPr>
        <p:spPr>
          <a:xfrm>
            <a:off x="361051" y="342392"/>
            <a:ext cx="4551350" cy="4392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Sora ExtraBold"/>
              <a:buNone/>
              <a:defRPr sz="2400" b="0" i="0" u="none" strike="noStrike" cap="none">
                <a:solidFill>
                  <a:schemeClr val="dk1"/>
                </a:solidFill>
                <a:latin typeface="Sora ExtraBold"/>
                <a:ea typeface="Sora ExtraBold"/>
                <a:cs typeface="Sora ExtraBold"/>
                <a:sym typeface="Sora ExtraBold"/>
              </a:defRPr>
            </a:lvl1pPr>
            <a:lvl2pPr marR="0" lvl="1"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2pPr>
            <a:lvl3pPr marR="0" lvl="2"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3pPr>
            <a:lvl4pPr marR="0" lvl="3"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4pPr>
            <a:lvl5pPr marR="0" lvl="4"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5pPr>
            <a:lvl6pPr marR="0" lvl="5"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6pPr>
            <a:lvl7pPr marR="0" lvl="6"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7pPr>
            <a:lvl8pPr marR="0" lvl="7"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8pPr>
            <a:lvl9pPr marR="0" lvl="8"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9pPr>
          </a:lstStyle>
          <a:p>
            <a:pPr algn="l"/>
            <a:r>
              <a:rPr lang="pt-PT" sz="1800" dirty="0"/>
              <a:t>1- Schedule Explanation</a:t>
            </a:r>
          </a:p>
        </p:txBody>
      </p:sp>
      <p:sp>
        <p:nvSpPr>
          <p:cNvPr id="24" name="CaixaDeTexto 23">
            <a:extLst>
              <a:ext uri="{FF2B5EF4-FFF2-40B4-BE49-F238E27FC236}">
                <a16:creationId xmlns:a16="http://schemas.microsoft.com/office/drawing/2014/main" id="{A3EBA465-F54F-7FD0-E034-0D927E7431E8}"/>
              </a:ext>
            </a:extLst>
          </p:cNvPr>
          <p:cNvSpPr txBox="1"/>
          <p:nvPr/>
        </p:nvSpPr>
        <p:spPr>
          <a:xfrm>
            <a:off x="306929" y="3642135"/>
            <a:ext cx="2107606" cy="461665"/>
          </a:xfrm>
          <a:prstGeom prst="rect">
            <a:avLst/>
          </a:prstGeom>
          <a:noFill/>
        </p:spPr>
        <p:txBody>
          <a:bodyPr wrap="square" rtlCol="0">
            <a:spAutoFit/>
          </a:bodyPr>
          <a:lstStyle/>
          <a:p>
            <a:r>
              <a:rPr lang="en-US" sz="800"/>
              <a:t>Create </a:t>
            </a:r>
            <a:r>
              <a:rPr lang="en-US" sz="800" b="1"/>
              <a:t>Movement On Segment </a:t>
            </a:r>
            <a:r>
              <a:rPr lang="en-US" sz="800"/>
              <a:t>Event</a:t>
            </a:r>
          </a:p>
          <a:p>
            <a:r>
              <a:rPr lang="en-US" sz="800"/>
              <a:t>Initial Pos. – Segment 1       10:00</a:t>
            </a:r>
          </a:p>
          <a:p>
            <a:r>
              <a:rPr lang="en-US" sz="800"/>
              <a:t>Final Pos. –  Station B         10:12</a:t>
            </a:r>
            <a:endParaRPr lang="pt-PT" sz="1200"/>
          </a:p>
        </p:txBody>
      </p:sp>
      <p:sp>
        <p:nvSpPr>
          <p:cNvPr id="25" name="CaixaDeTexto 24">
            <a:extLst>
              <a:ext uri="{FF2B5EF4-FFF2-40B4-BE49-F238E27FC236}">
                <a16:creationId xmlns:a16="http://schemas.microsoft.com/office/drawing/2014/main" id="{E6CC336A-EC82-397C-7EA9-72845EB5DD6C}"/>
              </a:ext>
            </a:extLst>
          </p:cNvPr>
          <p:cNvSpPr txBox="1"/>
          <p:nvPr/>
        </p:nvSpPr>
        <p:spPr>
          <a:xfrm>
            <a:off x="306929" y="2858760"/>
            <a:ext cx="2107606" cy="584775"/>
          </a:xfrm>
          <a:prstGeom prst="rect">
            <a:avLst/>
          </a:prstGeom>
          <a:noFill/>
        </p:spPr>
        <p:txBody>
          <a:bodyPr wrap="square" rtlCol="0">
            <a:spAutoFit/>
          </a:bodyPr>
          <a:lstStyle/>
          <a:p>
            <a:r>
              <a:rPr lang="en-US" sz="800" dirty="0"/>
              <a:t>Verify Collision on Segment 1 - False</a:t>
            </a:r>
          </a:p>
          <a:p>
            <a:r>
              <a:rPr lang="en-US" sz="800" dirty="0"/>
              <a:t>Create </a:t>
            </a:r>
            <a:r>
              <a:rPr lang="en-US" sz="800" b="1" dirty="0"/>
              <a:t>Movement To Segment </a:t>
            </a:r>
            <a:r>
              <a:rPr lang="en-US" sz="800" dirty="0"/>
              <a:t>Event</a:t>
            </a:r>
          </a:p>
          <a:p>
            <a:r>
              <a:rPr lang="en-US" sz="800" dirty="0"/>
              <a:t>Initial Pos. – Station A         10:00      </a:t>
            </a:r>
          </a:p>
          <a:p>
            <a:r>
              <a:rPr lang="en-US" sz="800" dirty="0"/>
              <a:t>Final Pos. – Segment 1       10:00 </a:t>
            </a:r>
            <a:endParaRPr lang="pt-PT" sz="1200" dirty="0"/>
          </a:p>
        </p:txBody>
      </p:sp>
      <p:sp>
        <p:nvSpPr>
          <p:cNvPr id="26" name="CaixaDeTexto 25">
            <a:extLst>
              <a:ext uri="{FF2B5EF4-FFF2-40B4-BE49-F238E27FC236}">
                <a16:creationId xmlns:a16="http://schemas.microsoft.com/office/drawing/2014/main" id="{53A62C59-97EA-09A9-46D0-BD6FDA61B9CA}"/>
              </a:ext>
            </a:extLst>
          </p:cNvPr>
          <p:cNvSpPr txBox="1"/>
          <p:nvPr/>
        </p:nvSpPr>
        <p:spPr>
          <a:xfrm>
            <a:off x="306929" y="2599633"/>
            <a:ext cx="2107606" cy="276999"/>
          </a:xfrm>
          <a:prstGeom prst="rect">
            <a:avLst/>
          </a:prstGeom>
          <a:noFill/>
        </p:spPr>
        <p:txBody>
          <a:bodyPr wrap="square" rtlCol="0">
            <a:spAutoFit/>
          </a:bodyPr>
          <a:lstStyle/>
          <a:p>
            <a:r>
              <a:rPr lang="pt-PT" sz="1200" i="1" dirty="0"/>
              <a:t>Schedule Event 1:</a:t>
            </a:r>
          </a:p>
        </p:txBody>
      </p:sp>
      <p:sp>
        <p:nvSpPr>
          <p:cNvPr id="27" name="CaixaDeTexto 26">
            <a:extLst>
              <a:ext uri="{FF2B5EF4-FFF2-40B4-BE49-F238E27FC236}">
                <a16:creationId xmlns:a16="http://schemas.microsoft.com/office/drawing/2014/main" id="{E62C9DBD-9C26-B381-F4B0-A56929EEA99F}"/>
              </a:ext>
            </a:extLst>
          </p:cNvPr>
          <p:cNvSpPr txBox="1"/>
          <p:nvPr/>
        </p:nvSpPr>
        <p:spPr>
          <a:xfrm>
            <a:off x="306929" y="3443535"/>
            <a:ext cx="2107606" cy="276999"/>
          </a:xfrm>
          <a:prstGeom prst="rect">
            <a:avLst/>
          </a:prstGeom>
          <a:noFill/>
        </p:spPr>
        <p:txBody>
          <a:bodyPr wrap="square" rtlCol="0">
            <a:spAutoFit/>
          </a:bodyPr>
          <a:lstStyle/>
          <a:p>
            <a:r>
              <a:rPr lang="pt-PT" sz="1200" i="1" dirty="0"/>
              <a:t>Schedule Event 2:</a:t>
            </a:r>
          </a:p>
        </p:txBody>
      </p:sp>
      <p:sp>
        <p:nvSpPr>
          <p:cNvPr id="28" name="CaixaDeTexto 27">
            <a:extLst>
              <a:ext uri="{FF2B5EF4-FFF2-40B4-BE49-F238E27FC236}">
                <a16:creationId xmlns:a16="http://schemas.microsoft.com/office/drawing/2014/main" id="{723EEBE3-265A-F261-F7BB-4CEE1F58A0B5}"/>
              </a:ext>
            </a:extLst>
          </p:cNvPr>
          <p:cNvSpPr txBox="1"/>
          <p:nvPr/>
        </p:nvSpPr>
        <p:spPr>
          <a:xfrm>
            <a:off x="2369238" y="3654067"/>
            <a:ext cx="2107606" cy="584775"/>
          </a:xfrm>
          <a:prstGeom prst="rect">
            <a:avLst/>
          </a:prstGeom>
          <a:noFill/>
        </p:spPr>
        <p:txBody>
          <a:bodyPr wrap="square" rtlCol="0">
            <a:spAutoFit/>
          </a:bodyPr>
          <a:lstStyle/>
          <a:p>
            <a:r>
              <a:rPr lang="en-US" sz="800"/>
              <a:t>Verify Collision on Segment 1 - False</a:t>
            </a:r>
          </a:p>
          <a:p>
            <a:r>
              <a:rPr lang="en-US" sz="800"/>
              <a:t>Create </a:t>
            </a:r>
            <a:r>
              <a:rPr lang="en-US" sz="800" b="1"/>
              <a:t>Movement To Segment </a:t>
            </a:r>
            <a:r>
              <a:rPr lang="en-US" sz="800"/>
              <a:t>Event</a:t>
            </a:r>
          </a:p>
          <a:p>
            <a:r>
              <a:rPr lang="en-US" sz="800"/>
              <a:t>Initial Pos. – Station A         10:12         </a:t>
            </a:r>
          </a:p>
          <a:p>
            <a:r>
              <a:rPr lang="en-US" sz="800"/>
              <a:t>Final Pos. – Segment 1       10:12</a:t>
            </a:r>
            <a:endParaRPr lang="pt-PT" sz="1200"/>
          </a:p>
        </p:txBody>
      </p:sp>
      <p:sp>
        <p:nvSpPr>
          <p:cNvPr id="29" name="CaixaDeTexto 28">
            <a:extLst>
              <a:ext uri="{FF2B5EF4-FFF2-40B4-BE49-F238E27FC236}">
                <a16:creationId xmlns:a16="http://schemas.microsoft.com/office/drawing/2014/main" id="{3A376E53-D169-34C4-EF82-96DAC9590BFE}"/>
              </a:ext>
            </a:extLst>
          </p:cNvPr>
          <p:cNvSpPr txBox="1"/>
          <p:nvPr/>
        </p:nvSpPr>
        <p:spPr>
          <a:xfrm>
            <a:off x="2369238" y="2862999"/>
            <a:ext cx="2107606" cy="584775"/>
          </a:xfrm>
          <a:prstGeom prst="rect">
            <a:avLst/>
          </a:prstGeom>
          <a:noFill/>
        </p:spPr>
        <p:txBody>
          <a:bodyPr wrap="square" rtlCol="0">
            <a:spAutoFit/>
          </a:bodyPr>
          <a:lstStyle/>
          <a:p>
            <a:r>
              <a:rPr lang="en-US" sz="800" dirty="0"/>
              <a:t>Verify Collision on Segment 1 - True</a:t>
            </a:r>
          </a:p>
          <a:p>
            <a:r>
              <a:rPr lang="en-US" sz="800" dirty="0"/>
              <a:t>Create </a:t>
            </a:r>
            <a:r>
              <a:rPr lang="en-US" sz="800" b="1" dirty="0"/>
              <a:t>Waiting</a:t>
            </a:r>
            <a:r>
              <a:rPr lang="en-US" sz="800" dirty="0"/>
              <a:t> Event</a:t>
            </a:r>
          </a:p>
          <a:p>
            <a:r>
              <a:rPr lang="en-US" sz="800" dirty="0"/>
              <a:t>Initial Pos. – Station A         10:02</a:t>
            </a:r>
          </a:p>
          <a:p>
            <a:r>
              <a:rPr lang="en-US" sz="800" dirty="0"/>
              <a:t>Final Pos. – Segment 1       10:12</a:t>
            </a:r>
            <a:endParaRPr lang="pt-PT" sz="1200" dirty="0"/>
          </a:p>
        </p:txBody>
      </p:sp>
      <p:sp>
        <p:nvSpPr>
          <p:cNvPr id="30" name="CaixaDeTexto 29">
            <a:extLst>
              <a:ext uri="{FF2B5EF4-FFF2-40B4-BE49-F238E27FC236}">
                <a16:creationId xmlns:a16="http://schemas.microsoft.com/office/drawing/2014/main" id="{2329D0D1-DA61-451B-B515-1DA0DB3B0403}"/>
              </a:ext>
            </a:extLst>
          </p:cNvPr>
          <p:cNvSpPr txBox="1"/>
          <p:nvPr/>
        </p:nvSpPr>
        <p:spPr>
          <a:xfrm>
            <a:off x="2369238" y="2603872"/>
            <a:ext cx="2107606" cy="276999"/>
          </a:xfrm>
          <a:prstGeom prst="rect">
            <a:avLst/>
          </a:prstGeom>
          <a:noFill/>
        </p:spPr>
        <p:txBody>
          <a:bodyPr wrap="square" rtlCol="0">
            <a:spAutoFit/>
          </a:bodyPr>
          <a:lstStyle/>
          <a:p>
            <a:r>
              <a:rPr lang="pt-PT" sz="1200" i="1" dirty="0"/>
              <a:t>Schedule Event 3:</a:t>
            </a:r>
          </a:p>
        </p:txBody>
      </p:sp>
      <p:sp>
        <p:nvSpPr>
          <p:cNvPr id="31" name="CaixaDeTexto 30">
            <a:extLst>
              <a:ext uri="{FF2B5EF4-FFF2-40B4-BE49-F238E27FC236}">
                <a16:creationId xmlns:a16="http://schemas.microsoft.com/office/drawing/2014/main" id="{E7BCCCF2-5BF2-CFCE-E7AB-FD3D2368CB6E}"/>
              </a:ext>
            </a:extLst>
          </p:cNvPr>
          <p:cNvSpPr txBox="1"/>
          <p:nvPr/>
        </p:nvSpPr>
        <p:spPr>
          <a:xfrm>
            <a:off x="2369238" y="3428448"/>
            <a:ext cx="2107606" cy="276999"/>
          </a:xfrm>
          <a:prstGeom prst="rect">
            <a:avLst/>
          </a:prstGeom>
          <a:noFill/>
        </p:spPr>
        <p:txBody>
          <a:bodyPr wrap="square" rtlCol="0">
            <a:spAutoFit/>
          </a:bodyPr>
          <a:lstStyle/>
          <a:p>
            <a:r>
              <a:rPr lang="pt-PT" sz="1200" i="1" dirty="0"/>
              <a:t>Schedule Event 4:</a:t>
            </a:r>
          </a:p>
        </p:txBody>
      </p:sp>
      <p:sp>
        <p:nvSpPr>
          <p:cNvPr id="2069" name="CaixaDeTexto 2068">
            <a:extLst>
              <a:ext uri="{FF2B5EF4-FFF2-40B4-BE49-F238E27FC236}">
                <a16:creationId xmlns:a16="http://schemas.microsoft.com/office/drawing/2014/main" id="{D941314A-F524-990D-28FC-3ECDDC44B28F}"/>
              </a:ext>
            </a:extLst>
          </p:cNvPr>
          <p:cNvSpPr txBox="1"/>
          <p:nvPr/>
        </p:nvSpPr>
        <p:spPr>
          <a:xfrm>
            <a:off x="2385853" y="4417815"/>
            <a:ext cx="2107606" cy="461665"/>
          </a:xfrm>
          <a:prstGeom prst="rect">
            <a:avLst/>
          </a:prstGeom>
          <a:noFill/>
        </p:spPr>
        <p:txBody>
          <a:bodyPr wrap="square" rtlCol="0">
            <a:spAutoFit/>
          </a:bodyPr>
          <a:lstStyle/>
          <a:p>
            <a:r>
              <a:rPr lang="en-US" sz="800"/>
              <a:t>Create </a:t>
            </a:r>
            <a:r>
              <a:rPr lang="en-US" sz="800" b="1"/>
              <a:t>Movement On Segment </a:t>
            </a:r>
            <a:r>
              <a:rPr lang="en-US" sz="800"/>
              <a:t>Event</a:t>
            </a:r>
          </a:p>
          <a:p>
            <a:r>
              <a:rPr lang="en-US" sz="800"/>
              <a:t>Initial Pos. – Segment 1       10:12</a:t>
            </a:r>
          </a:p>
          <a:p>
            <a:r>
              <a:rPr lang="en-US" sz="800"/>
              <a:t>Final Pos. –  Station A         10:28</a:t>
            </a:r>
            <a:endParaRPr lang="pt-PT" sz="1200"/>
          </a:p>
        </p:txBody>
      </p:sp>
      <p:sp>
        <p:nvSpPr>
          <p:cNvPr id="2070" name="CaixaDeTexto 2069">
            <a:extLst>
              <a:ext uri="{FF2B5EF4-FFF2-40B4-BE49-F238E27FC236}">
                <a16:creationId xmlns:a16="http://schemas.microsoft.com/office/drawing/2014/main" id="{21C09A98-69FA-8BDB-38CC-66208F04B969}"/>
              </a:ext>
            </a:extLst>
          </p:cNvPr>
          <p:cNvSpPr txBox="1"/>
          <p:nvPr/>
        </p:nvSpPr>
        <p:spPr>
          <a:xfrm>
            <a:off x="2385853" y="4219215"/>
            <a:ext cx="2107606" cy="276999"/>
          </a:xfrm>
          <a:prstGeom prst="rect">
            <a:avLst/>
          </a:prstGeom>
          <a:noFill/>
        </p:spPr>
        <p:txBody>
          <a:bodyPr wrap="square" rtlCol="0">
            <a:spAutoFit/>
          </a:bodyPr>
          <a:lstStyle/>
          <a:p>
            <a:r>
              <a:rPr lang="pt-PT" sz="1200" i="1" dirty="0"/>
              <a:t>Schedule Event 5:</a:t>
            </a:r>
          </a:p>
        </p:txBody>
      </p:sp>
      <p:pic>
        <p:nvPicPr>
          <p:cNvPr id="2074" name="Gráfico 2073">
            <a:extLst>
              <a:ext uri="{FF2B5EF4-FFF2-40B4-BE49-F238E27FC236}">
                <a16:creationId xmlns:a16="http://schemas.microsoft.com/office/drawing/2014/main" id="{D9A1A1C4-AF63-8C12-3028-82EB56F702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83416" y="-108533"/>
            <a:ext cx="1299942" cy="791936"/>
          </a:xfrm>
          <a:prstGeom prst="rect">
            <a:avLst/>
          </a:prstGeom>
        </p:spPr>
      </p:pic>
      <p:cxnSp>
        <p:nvCxnSpPr>
          <p:cNvPr id="2" name="Conexão reta unidirecional 1">
            <a:extLst>
              <a:ext uri="{FF2B5EF4-FFF2-40B4-BE49-F238E27FC236}">
                <a16:creationId xmlns:a16="http://schemas.microsoft.com/office/drawing/2014/main" id="{85893E2D-7C55-B417-7E8F-8E39E103D93D}"/>
              </a:ext>
            </a:extLst>
          </p:cNvPr>
          <p:cNvCxnSpPr>
            <a:cxnSpLocks/>
          </p:cNvCxnSpPr>
          <p:nvPr/>
        </p:nvCxnSpPr>
        <p:spPr>
          <a:xfrm>
            <a:off x="395395" y="3443535"/>
            <a:ext cx="1781175" cy="4689"/>
          </a:xfrm>
          <a:prstGeom prst="straightConnector1">
            <a:avLst/>
          </a:prstGeom>
        </p:spPr>
        <p:style>
          <a:lnRef idx="1">
            <a:schemeClr val="accent4"/>
          </a:lnRef>
          <a:fillRef idx="0">
            <a:schemeClr val="accent4"/>
          </a:fillRef>
          <a:effectRef idx="0">
            <a:schemeClr val="accent4"/>
          </a:effectRef>
          <a:fontRef idx="minor">
            <a:schemeClr val="tx1"/>
          </a:fontRef>
        </p:style>
      </p:cxnSp>
      <p:cxnSp>
        <p:nvCxnSpPr>
          <p:cNvPr id="3" name="Conexão reta unidirecional 2">
            <a:extLst>
              <a:ext uri="{FF2B5EF4-FFF2-40B4-BE49-F238E27FC236}">
                <a16:creationId xmlns:a16="http://schemas.microsoft.com/office/drawing/2014/main" id="{6AE57CEE-DFE8-C007-C20E-AEF2A3DD56FC}"/>
              </a:ext>
            </a:extLst>
          </p:cNvPr>
          <p:cNvCxnSpPr>
            <a:cxnSpLocks/>
          </p:cNvCxnSpPr>
          <p:nvPr/>
        </p:nvCxnSpPr>
        <p:spPr>
          <a:xfrm>
            <a:off x="2459831" y="3428448"/>
            <a:ext cx="1873918" cy="0"/>
          </a:xfrm>
          <a:prstGeom prst="straightConnector1">
            <a:avLst/>
          </a:prstGeom>
        </p:spPr>
        <p:style>
          <a:lnRef idx="1">
            <a:schemeClr val="accent4"/>
          </a:lnRef>
          <a:fillRef idx="0">
            <a:schemeClr val="accent4"/>
          </a:fillRef>
          <a:effectRef idx="0">
            <a:schemeClr val="accent4"/>
          </a:effectRef>
          <a:fontRef idx="minor">
            <a:schemeClr val="tx1"/>
          </a:fontRef>
        </p:style>
      </p:cxnSp>
      <p:cxnSp>
        <p:nvCxnSpPr>
          <p:cNvPr id="4" name="Conexão reta unidirecional 3">
            <a:extLst>
              <a:ext uri="{FF2B5EF4-FFF2-40B4-BE49-F238E27FC236}">
                <a16:creationId xmlns:a16="http://schemas.microsoft.com/office/drawing/2014/main" id="{25FD215C-867A-0889-07FF-58D1A1B1318C}"/>
              </a:ext>
            </a:extLst>
          </p:cNvPr>
          <p:cNvCxnSpPr>
            <a:cxnSpLocks/>
          </p:cNvCxnSpPr>
          <p:nvPr/>
        </p:nvCxnSpPr>
        <p:spPr>
          <a:xfrm>
            <a:off x="2476500" y="4219215"/>
            <a:ext cx="1857249" cy="0"/>
          </a:xfrm>
          <a:prstGeom prst="straightConnector1">
            <a:avLst/>
          </a:prstGeom>
        </p:spPr>
        <p:style>
          <a:lnRef idx="1">
            <a:schemeClr val="accent4"/>
          </a:lnRef>
          <a:fillRef idx="0">
            <a:schemeClr val="accent4"/>
          </a:fillRef>
          <a:effectRef idx="0">
            <a:schemeClr val="accent4"/>
          </a:effectRef>
          <a:fontRef idx="minor">
            <a:schemeClr val="tx1"/>
          </a:fontRef>
        </p:style>
      </p:cxnSp>
      <p:sp>
        <p:nvSpPr>
          <p:cNvPr id="16" name="Google Shape;1863;p34">
            <a:extLst>
              <a:ext uri="{FF2B5EF4-FFF2-40B4-BE49-F238E27FC236}">
                <a16:creationId xmlns:a16="http://schemas.microsoft.com/office/drawing/2014/main" id="{8AB95152-08C9-91E2-7C23-27BE9EF8AD4D}"/>
              </a:ext>
            </a:extLst>
          </p:cNvPr>
          <p:cNvSpPr txBox="1">
            <a:spLocks/>
          </p:cNvSpPr>
          <p:nvPr/>
        </p:nvSpPr>
        <p:spPr>
          <a:xfrm>
            <a:off x="1425988" y="2266583"/>
            <a:ext cx="1886500" cy="4392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Sora ExtraBold"/>
              <a:buNone/>
              <a:defRPr sz="2400" b="0" i="0" u="none" strike="noStrike" cap="none">
                <a:solidFill>
                  <a:schemeClr val="dk1"/>
                </a:solidFill>
                <a:latin typeface="Sora ExtraBold"/>
                <a:ea typeface="Sora ExtraBold"/>
                <a:cs typeface="Sora ExtraBold"/>
                <a:sym typeface="Sora ExtraBold"/>
              </a:defRPr>
            </a:lvl1pPr>
            <a:lvl2pPr marR="0" lvl="1"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2pPr>
            <a:lvl3pPr marR="0" lvl="2"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3pPr>
            <a:lvl4pPr marR="0" lvl="3"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4pPr>
            <a:lvl5pPr marR="0" lvl="4"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5pPr>
            <a:lvl6pPr marR="0" lvl="5"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6pPr>
            <a:lvl7pPr marR="0" lvl="6"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7pPr>
            <a:lvl8pPr marR="0" lvl="7"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8pPr>
            <a:lvl9pPr marR="0" lvl="8" algn="l" rtl="0">
              <a:lnSpc>
                <a:spcPct val="100000"/>
              </a:lnSpc>
              <a:spcBef>
                <a:spcPts val="0"/>
              </a:spcBef>
              <a:spcAft>
                <a:spcPts val="0"/>
              </a:spcAft>
              <a:buClr>
                <a:schemeClr val="dk1"/>
              </a:buClr>
              <a:buSzPts val="3000"/>
              <a:buFont typeface="Sora ExtraBold"/>
              <a:buNone/>
              <a:defRPr sz="3000" b="0" i="0" u="none" strike="noStrike" cap="none">
                <a:solidFill>
                  <a:schemeClr val="dk1"/>
                </a:solidFill>
                <a:latin typeface="Sora ExtraBold"/>
                <a:ea typeface="Sora ExtraBold"/>
                <a:cs typeface="Sora ExtraBold"/>
                <a:sym typeface="Sora ExtraBold"/>
              </a:defRPr>
            </a:lvl9pPr>
          </a:lstStyle>
          <a:p>
            <a:pPr algn="l"/>
            <a:r>
              <a:rPr lang="pt-PT" sz="1400" dirty="0"/>
              <a:t>Schedule Details</a:t>
            </a:r>
          </a:p>
          <a:p>
            <a:pPr algn="l"/>
            <a:endParaRPr lang="pt-PT"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2">
          <a:extLst>
            <a:ext uri="{FF2B5EF4-FFF2-40B4-BE49-F238E27FC236}">
              <a16:creationId xmlns:a16="http://schemas.microsoft.com/office/drawing/2014/main" id="{B7AE7FF2-3898-4E35-099E-5F5A7DFB6A22}"/>
            </a:ext>
          </a:extLst>
        </p:cNvPr>
        <p:cNvGrpSpPr/>
        <p:nvPr/>
      </p:nvGrpSpPr>
      <p:grpSpPr>
        <a:xfrm>
          <a:off x="0" y="0"/>
          <a:ext cx="0" cy="0"/>
          <a:chOff x="0" y="0"/>
          <a:chExt cx="0" cy="0"/>
        </a:xfrm>
      </p:grpSpPr>
      <p:sp>
        <p:nvSpPr>
          <p:cNvPr id="1863" name="Google Shape;1863;p34">
            <a:extLst>
              <a:ext uri="{FF2B5EF4-FFF2-40B4-BE49-F238E27FC236}">
                <a16:creationId xmlns:a16="http://schemas.microsoft.com/office/drawing/2014/main" id="{FCC32F18-9512-8BA1-C797-6152CD0928DB}"/>
              </a:ext>
            </a:extLst>
          </p:cNvPr>
          <p:cNvSpPr txBox="1">
            <a:spLocks noGrp="1"/>
          </p:cNvSpPr>
          <p:nvPr>
            <p:ph type="title"/>
          </p:nvPr>
        </p:nvSpPr>
        <p:spPr>
          <a:xfrm>
            <a:off x="375678" y="1925803"/>
            <a:ext cx="4551350" cy="439262"/>
          </a:xfrm>
          <a:prstGeom prst="rect">
            <a:avLst/>
          </a:prstGeom>
        </p:spPr>
        <p:txBody>
          <a:bodyPr spcFirstLastPara="1" wrap="square" lIns="91425" tIns="91425" rIns="91425" bIns="91425" anchor="t" anchorCtr="0">
            <a:noAutofit/>
          </a:bodyPr>
          <a:lstStyle/>
          <a:p>
            <a:pPr algn="l"/>
            <a:r>
              <a:rPr lang="pt-PT" sz="1800"/>
              <a:t>2- </a:t>
            </a:r>
            <a:r>
              <a:rPr lang="en-US" sz="1800"/>
              <a:t>Single Track Collision</a:t>
            </a:r>
            <a:endParaRPr lang="pt-PT" sz="1800"/>
          </a:p>
        </p:txBody>
      </p:sp>
      <p:sp>
        <p:nvSpPr>
          <p:cNvPr id="1866" name="Google Shape;1866;p34">
            <a:extLst>
              <a:ext uri="{FF2B5EF4-FFF2-40B4-BE49-F238E27FC236}">
                <a16:creationId xmlns:a16="http://schemas.microsoft.com/office/drawing/2014/main" id="{C226BB43-D39E-EAE9-5550-1CD7FDA25F2E}"/>
              </a:ext>
            </a:extLst>
          </p:cNvPr>
          <p:cNvSpPr txBox="1">
            <a:spLocks noGrp="1"/>
          </p:cNvSpPr>
          <p:nvPr>
            <p:ph type="subTitle" idx="2"/>
          </p:nvPr>
        </p:nvSpPr>
        <p:spPr>
          <a:xfrm>
            <a:off x="5986420" y="287514"/>
            <a:ext cx="2733833" cy="47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Context</a:t>
            </a:r>
            <a:endParaRPr/>
          </a:p>
        </p:txBody>
      </p:sp>
      <p:sp>
        <p:nvSpPr>
          <p:cNvPr id="6" name="CaixaDeTexto 5">
            <a:extLst>
              <a:ext uri="{FF2B5EF4-FFF2-40B4-BE49-F238E27FC236}">
                <a16:creationId xmlns:a16="http://schemas.microsoft.com/office/drawing/2014/main" id="{B76B489A-7D28-4B90-284D-0A40ABB5B245}"/>
              </a:ext>
            </a:extLst>
          </p:cNvPr>
          <p:cNvSpPr txBox="1"/>
          <p:nvPr/>
        </p:nvSpPr>
        <p:spPr>
          <a:xfrm>
            <a:off x="5917357" y="653143"/>
            <a:ext cx="2788811" cy="1015663"/>
          </a:xfrm>
          <a:prstGeom prst="rect">
            <a:avLst/>
          </a:prstGeom>
          <a:noFill/>
        </p:spPr>
        <p:txBody>
          <a:bodyPr wrap="square" rtlCol="0">
            <a:spAutoFit/>
          </a:bodyPr>
          <a:lstStyle/>
          <a:p>
            <a:pPr algn="just"/>
            <a:r>
              <a:rPr lang="en-US" sz="1200">
                <a:latin typeface="Hanken Grotesk" panose="020B0604020202020204" charset="0"/>
              </a:rPr>
              <a:t>Two trains travel at the same time on a line connecting Station A to Station B. These stations are connected by a line consisting of a single segment with only one track.</a:t>
            </a:r>
            <a:endParaRPr lang="pt-PT" sz="1200">
              <a:latin typeface="Hanken Grotesk" panose="020B0604020202020204" charset="0"/>
            </a:endParaRPr>
          </a:p>
        </p:txBody>
      </p:sp>
      <p:pic>
        <p:nvPicPr>
          <p:cNvPr id="10" name="Imagem 9" descr="Uma imagem com captura de ecrã, casa&#10;&#10;Os conteúdos gerados por IA podem estar incorretos.">
            <a:extLst>
              <a:ext uri="{FF2B5EF4-FFF2-40B4-BE49-F238E27FC236}">
                <a16:creationId xmlns:a16="http://schemas.microsoft.com/office/drawing/2014/main" id="{D6E06405-5FD8-A27E-BE10-6AFF4F1F485C}"/>
              </a:ext>
            </a:extLst>
          </p:cNvPr>
          <p:cNvPicPr>
            <a:picLocks noChangeAspect="1"/>
          </p:cNvPicPr>
          <p:nvPr/>
        </p:nvPicPr>
        <p:blipFill>
          <a:blip r:embed="rId3"/>
          <a:stretch>
            <a:fillRect/>
          </a:stretch>
        </p:blipFill>
        <p:spPr>
          <a:xfrm>
            <a:off x="437832" y="523764"/>
            <a:ext cx="5147935" cy="884654"/>
          </a:xfrm>
          <a:prstGeom prst="rect">
            <a:avLst/>
          </a:prstGeom>
        </p:spPr>
      </p:pic>
      <p:sp>
        <p:nvSpPr>
          <p:cNvPr id="11" name="CaixaDeTexto 10">
            <a:extLst>
              <a:ext uri="{FF2B5EF4-FFF2-40B4-BE49-F238E27FC236}">
                <a16:creationId xmlns:a16="http://schemas.microsoft.com/office/drawing/2014/main" id="{8C575137-337E-F683-CCCA-E7F687DAB56A}"/>
              </a:ext>
            </a:extLst>
          </p:cNvPr>
          <p:cNvSpPr txBox="1"/>
          <p:nvPr/>
        </p:nvSpPr>
        <p:spPr>
          <a:xfrm>
            <a:off x="375678" y="2365065"/>
            <a:ext cx="3268172" cy="1569660"/>
          </a:xfrm>
          <a:prstGeom prst="rect">
            <a:avLst/>
          </a:prstGeom>
          <a:noFill/>
        </p:spPr>
        <p:txBody>
          <a:bodyPr wrap="square" rtlCol="0">
            <a:spAutoFit/>
          </a:bodyPr>
          <a:lstStyle/>
          <a:p>
            <a:pPr algn="just"/>
            <a:r>
              <a:rPr lang="en-US" sz="1200">
                <a:latin typeface="Hanken Grotesk" panose="020B0604020202020204" charset="0"/>
              </a:rPr>
              <a:t>To prevent head-on collisions on single-track railway segments, occupancy is centrally managed by the </a:t>
            </a:r>
            <a:r>
              <a:rPr lang="en-US" sz="1200" b="1">
                <a:latin typeface="Hanken Grotesk" panose="020B0604020202020204" charset="0"/>
              </a:rPr>
              <a:t>ScheduleGenerator</a:t>
            </a:r>
            <a:r>
              <a:rPr lang="en-US" sz="1200">
                <a:latin typeface="Hanken Grotesk" panose="020B0604020202020204" charset="0"/>
              </a:rPr>
              <a:t>. Each </a:t>
            </a:r>
            <a:r>
              <a:rPr lang="en-US" sz="1200" b="1">
                <a:latin typeface="Hanken Grotesk" panose="020B0604020202020204" charset="0"/>
              </a:rPr>
              <a:t>Segment</a:t>
            </a:r>
            <a:r>
              <a:rPr lang="en-US" sz="1200">
                <a:latin typeface="Hanken Grotesk" panose="020B0604020202020204" charset="0"/>
              </a:rPr>
              <a:t> with 1 track doesn’t allow trains with different direction at the same time, and conflicts are resolved by delaying the train that found the collision and inserting waiting events into its schedule.</a:t>
            </a:r>
            <a:endParaRPr lang="pt-PT" sz="1200">
              <a:latin typeface="Hanken Grotesk" panose="020B0604020202020204" charset="0"/>
            </a:endParaRPr>
          </a:p>
        </p:txBody>
      </p:sp>
      <p:sp>
        <p:nvSpPr>
          <p:cNvPr id="19" name="CaixaDeTexto 18">
            <a:extLst>
              <a:ext uri="{FF2B5EF4-FFF2-40B4-BE49-F238E27FC236}">
                <a16:creationId xmlns:a16="http://schemas.microsoft.com/office/drawing/2014/main" id="{9CF59B13-AD8F-B6D7-CE64-2BB783862102}"/>
              </a:ext>
            </a:extLst>
          </p:cNvPr>
          <p:cNvSpPr txBox="1"/>
          <p:nvPr/>
        </p:nvSpPr>
        <p:spPr>
          <a:xfrm>
            <a:off x="5449186" y="4617203"/>
            <a:ext cx="2846328" cy="230832"/>
          </a:xfrm>
          <a:prstGeom prst="rect">
            <a:avLst/>
          </a:prstGeom>
          <a:noFill/>
        </p:spPr>
        <p:txBody>
          <a:bodyPr wrap="square" lIns="91440" tIns="45720" rIns="91440" bIns="45720" rtlCol="0" anchor="t">
            <a:spAutoFit/>
          </a:bodyPr>
          <a:lstStyle/>
          <a:p>
            <a:pPr algn="ctr"/>
            <a:r>
              <a:rPr lang="pt-PT" sz="900" i="1">
                <a:latin typeface="Aptos"/>
              </a:rPr>
              <a:t>Fig.4 - </a:t>
            </a:r>
            <a:r>
              <a:rPr lang="pt-PT" sz="900" i="1" err="1">
                <a:latin typeface="Aptos"/>
              </a:rPr>
              <a:t>Test</a:t>
            </a:r>
            <a:r>
              <a:rPr lang="pt-PT" sz="900" i="1">
                <a:latin typeface="Aptos"/>
              </a:rPr>
              <a:t> </a:t>
            </a:r>
            <a:r>
              <a:rPr lang="pt-PT" sz="900" i="1" err="1">
                <a:latin typeface="Aptos"/>
              </a:rPr>
              <a:t>Result</a:t>
            </a:r>
            <a:r>
              <a:rPr lang="pt-PT" sz="900" i="1">
                <a:latin typeface="Aptos"/>
              </a:rPr>
              <a:t> In App</a:t>
            </a:r>
          </a:p>
        </p:txBody>
      </p:sp>
      <p:pic>
        <p:nvPicPr>
          <p:cNvPr id="5" name="Imagem 4" descr="Uma imagem com texto, captura de ecrã, Tipo de letra&#10;&#10;Os conteúdos gerados por IA podem estar incorretos.">
            <a:extLst>
              <a:ext uri="{FF2B5EF4-FFF2-40B4-BE49-F238E27FC236}">
                <a16:creationId xmlns:a16="http://schemas.microsoft.com/office/drawing/2014/main" id="{7955438A-67CC-C5A2-EBC7-989B8E70C0F2}"/>
              </a:ext>
            </a:extLst>
          </p:cNvPr>
          <p:cNvPicPr>
            <a:picLocks noChangeAspect="1"/>
          </p:cNvPicPr>
          <p:nvPr/>
        </p:nvPicPr>
        <p:blipFill>
          <a:blip r:embed="rId4"/>
          <a:stretch>
            <a:fillRect/>
          </a:stretch>
        </p:blipFill>
        <p:spPr>
          <a:xfrm>
            <a:off x="4927028" y="2034435"/>
            <a:ext cx="3890644" cy="2589552"/>
          </a:xfrm>
          <a:prstGeom prst="rect">
            <a:avLst/>
          </a:prstGeom>
        </p:spPr>
      </p:pic>
      <p:pic>
        <p:nvPicPr>
          <p:cNvPr id="8" name="Gráfico 7">
            <a:extLst>
              <a:ext uri="{FF2B5EF4-FFF2-40B4-BE49-F238E27FC236}">
                <a16:creationId xmlns:a16="http://schemas.microsoft.com/office/drawing/2014/main" id="{638EC184-E310-8A47-1C0C-BE6AECEB36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83416" y="-108533"/>
            <a:ext cx="1299942" cy="791936"/>
          </a:xfrm>
          <a:prstGeom prst="rect">
            <a:avLst/>
          </a:prstGeom>
        </p:spPr>
      </p:pic>
      <p:sp>
        <p:nvSpPr>
          <p:cNvPr id="3" name="CaixaDeTexto 2">
            <a:extLst>
              <a:ext uri="{FF2B5EF4-FFF2-40B4-BE49-F238E27FC236}">
                <a16:creationId xmlns:a16="http://schemas.microsoft.com/office/drawing/2014/main" id="{5DCD2BAD-C3CB-12F0-1E81-745352F2929F}"/>
              </a:ext>
            </a:extLst>
          </p:cNvPr>
          <p:cNvSpPr txBox="1"/>
          <p:nvPr/>
        </p:nvSpPr>
        <p:spPr>
          <a:xfrm>
            <a:off x="1588534" y="1293943"/>
            <a:ext cx="2846328" cy="230832"/>
          </a:xfrm>
          <a:prstGeom prst="rect">
            <a:avLst/>
          </a:prstGeom>
          <a:noFill/>
        </p:spPr>
        <p:txBody>
          <a:bodyPr wrap="square" lIns="91440" tIns="45720" rIns="91440" bIns="45720" rtlCol="0" anchor="t">
            <a:spAutoFit/>
          </a:bodyPr>
          <a:lstStyle/>
          <a:p>
            <a:pPr algn="ctr"/>
            <a:r>
              <a:rPr lang="pt-PT" sz="900" i="1" dirty="0">
                <a:latin typeface="Aptos"/>
              </a:rPr>
              <a:t>Fig.3 – Collision Case 1</a:t>
            </a:r>
          </a:p>
        </p:txBody>
      </p:sp>
    </p:spTree>
    <p:extLst>
      <p:ext uri="{BB962C8B-B14F-4D97-AF65-F5344CB8AC3E}">
        <p14:creationId xmlns:p14="http://schemas.microsoft.com/office/powerpoint/2010/main" val="1560726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2">
          <a:extLst>
            <a:ext uri="{FF2B5EF4-FFF2-40B4-BE49-F238E27FC236}">
              <a16:creationId xmlns:a16="http://schemas.microsoft.com/office/drawing/2014/main" id="{44B929B2-D51D-DBF2-FBC8-26597127BD1A}"/>
            </a:ext>
          </a:extLst>
        </p:cNvPr>
        <p:cNvGrpSpPr/>
        <p:nvPr/>
      </p:nvGrpSpPr>
      <p:grpSpPr>
        <a:xfrm>
          <a:off x="0" y="0"/>
          <a:ext cx="0" cy="0"/>
          <a:chOff x="0" y="0"/>
          <a:chExt cx="0" cy="0"/>
        </a:xfrm>
      </p:grpSpPr>
      <p:sp>
        <p:nvSpPr>
          <p:cNvPr id="1863" name="Google Shape;1863;p34">
            <a:extLst>
              <a:ext uri="{FF2B5EF4-FFF2-40B4-BE49-F238E27FC236}">
                <a16:creationId xmlns:a16="http://schemas.microsoft.com/office/drawing/2014/main" id="{278A6633-1FA1-E654-09D7-D8D98323DEF5}"/>
              </a:ext>
            </a:extLst>
          </p:cNvPr>
          <p:cNvSpPr txBox="1">
            <a:spLocks noGrp="1"/>
          </p:cNvSpPr>
          <p:nvPr>
            <p:ph type="title"/>
          </p:nvPr>
        </p:nvSpPr>
        <p:spPr>
          <a:xfrm>
            <a:off x="375678" y="1925803"/>
            <a:ext cx="4551350" cy="439262"/>
          </a:xfrm>
          <a:prstGeom prst="rect">
            <a:avLst/>
          </a:prstGeom>
        </p:spPr>
        <p:txBody>
          <a:bodyPr spcFirstLastPara="1" wrap="square" lIns="91425" tIns="91425" rIns="91425" bIns="91425" anchor="t" anchorCtr="0">
            <a:noAutofit/>
          </a:bodyPr>
          <a:lstStyle/>
          <a:p>
            <a:pPr algn="l"/>
            <a:r>
              <a:rPr lang="pt-PT" sz="1800"/>
              <a:t>3- Two </a:t>
            </a:r>
            <a:r>
              <a:rPr lang="en-US" sz="1800"/>
              <a:t>Single Track Collision</a:t>
            </a:r>
            <a:endParaRPr lang="pt-PT" sz="1800"/>
          </a:p>
        </p:txBody>
      </p:sp>
      <p:sp>
        <p:nvSpPr>
          <p:cNvPr id="1866" name="Google Shape;1866;p34">
            <a:extLst>
              <a:ext uri="{FF2B5EF4-FFF2-40B4-BE49-F238E27FC236}">
                <a16:creationId xmlns:a16="http://schemas.microsoft.com/office/drawing/2014/main" id="{5F6878B4-6507-20B8-B3D8-5B3650E34B48}"/>
              </a:ext>
            </a:extLst>
          </p:cNvPr>
          <p:cNvSpPr txBox="1">
            <a:spLocks noGrp="1"/>
          </p:cNvSpPr>
          <p:nvPr>
            <p:ph type="subTitle" idx="2"/>
          </p:nvPr>
        </p:nvSpPr>
        <p:spPr>
          <a:xfrm>
            <a:off x="5986420" y="287514"/>
            <a:ext cx="2733833" cy="47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Context</a:t>
            </a:r>
            <a:endParaRPr/>
          </a:p>
        </p:txBody>
      </p:sp>
      <p:sp>
        <p:nvSpPr>
          <p:cNvPr id="6" name="CaixaDeTexto 5">
            <a:extLst>
              <a:ext uri="{FF2B5EF4-FFF2-40B4-BE49-F238E27FC236}">
                <a16:creationId xmlns:a16="http://schemas.microsoft.com/office/drawing/2014/main" id="{2DB3390A-6A62-6293-B15F-9FE75E271470}"/>
              </a:ext>
            </a:extLst>
          </p:cNvPr>
          <p:cNvSpPr txBox="1"/>
          <p:nvPr/>
        </p:nvSpPr>
        <p:spPr>
          <a:xfrm>
            <a:off x="5931442" y="626360"/>
            <a:ext cx="2788811" cy="1015663"/>
          </a:xfrm>
          <a:prstGeom prst="rect">
            <a:avLst/>
          </a:prstGeom>
          <a:noFill/>
        </p:spPr>
        <p:txBody>
          <a:bodyPr wrap="square" rtlCol="0">
            <a:spAutoFit/>
          </a:bodyPr>
          <a:lstStyle/>
          <a:p>
            <a:pPr algn="just"/>
            <a:r>
              <a:rPr lang="en-US" sz="1200">
                <a:latin typeface="Hanken Grotesk" panose="020B0604020202020204" charset="0"/>
              </a:rPr>
              <a:t>Two trains travel at the same time on a line connecting Station A to Station B. These stations are connected by a line consisting of Two segment with only one track each.</a:t>
            </a:r>
            <a:endParaRPr lang="pt-PT" sz="1200">
              <a:latin typeface="Hanken Grotesk" panose="020B0604020202020204" charset="0"/>
            </a:endParaRPr>
          </a:p>
        </p:txBody>
      </p:sp>
      <p:sp>
        <p:nvSpPr>
          <p:cNvPr id="11" name="CaixaDeTexto 10">
            <a:extLst>
              <a:ext uri="{FF2B5EF4-FFF2-40B4-BE49-F238E27FC236}">
                <a16:creationId xmlns:a16="http://schemas.microsoft.com/office/drawing/2014/main" id="{866D283A-9779-92FD-F6C2-B75B1F23A008}"/>
              </a:ext>
            </a:extLst>
          </p:cNvPr>
          <p:cNvSpPr txBox="1"/>
          <p:nvPr/>
        </p:nvSpPr>
        <p:spPr>
          <a:xfrm>
            <a:off x="375678" y="2365065"/>
            <a:ext cx="3268172" cy="1569660"/>
          </a:xfrm>
          <a:prstGeom prst="rect">
            <a:avLst/>
          </a:prstGeom>
          <a:noFill/>
        </p:spPr>
        <p:txBody>
          <a:bodyPr wrap="square" rtlCol="0">
            <a:spAutoFit/>
          </a:bodyPr>
          <a:lstStyle/>
          <a:p>
            <a:pPr algn="just"/>
            <a:r>
              <a:rPr lang="en-US" sz="1200">
                <a:latin typeface="Hanken Grotesk" panose="020B0604020202020204" charset="0"/>
              </a:rPr>
              <a:t>Since the system predicts collisions segment by segment, there may be cases where it is necessary to reverse certain movements. For this reason, the Generator has the ability to aggregate line segments that have only one track and are consecutive. This makes the problem the same as that seen in (</a:t>
            </a:r>
            <a:r>
              <a:rPr lang="en-US" sz="1200" i="1">
                <a:latin typeface="Hanken Grotesk" panose="020B0604020202020204" charset="0"/>
              </a:rPr>
              <a:t>1 - </a:t>
            </a:r>
            <a:r>
              <a:rPr lang="en-US" sz="1200" i="1"/>
              <a:t>Single Track Collision</a:t>
            </a:r>
            <a:r>
              <a:rPr lang="en-US" sz="1200"/>
              <a:t>)</a:t>
            </a:r>
            <a:r>
              <a:rPr lang="en-US" sz="1200">
                <a:latin typeface="Hanken Grotesk" panose="020B0604020202020204" charset="0"/>
              </a:rPr>
              <a:t> .</a:t>
            </a:r>
            <a:endParaRPr lang="pt-PT" sz="1200">
              <a:latin typeface="Hanken Grotesk" panose="020B0604020202020204" charset="0"/>
            </a:endParaRPr>
          </a:p>
        </p:txBody>
      </p:sp>
      <p:sp>
        <p:nvSpPr>
          <p:cNvPr id="19" name="CaixaDeTexto 18">
            <a:extLst>
              <a:ext uri="{FF2B5EF4-FFF2-40B4-BE49-F238E27FC236}">
                <a16:creationId xmlns:a16="http://schemas.microsoft.com/office/drawing/2014/main" id="{86DE1183-B760-CEBA-C093-8DAE2BC55A85}"/>
              </a:ext>
            </a:extLst>
          </p:cNvPr>
          <p:cNvSpPr txBox="1"/>
          <p:nvPr/>
        </p:nvSpPr>
        <p:spPr>
          <a:xfrm>
            <a:off x="5566344" y="4625154"/>
            <a:ext cx="2846328" cy="230832"/>
          </a:xfrm>
          <a:prstGeom prst="rect">
            <a:avLst/>
          </a:prstGeom>
          <a:noFill/>
        </p:spPr>
        <p:txBody>
          <a:bodyPr wrap="square" lIns="91440" tIns="45720" rIns="91440" bIns="45720" rtlCol="0" anchor="t">
            <a:spAutoFit/>
          </a:bodyPr>
          <a:lstStyle/>
          <a:p>
            <a:pPr algn="ctr"/>
            <a:r>
              <a:rPr lang="pt-PT" sz="900" i="1">
                <a:latin typeface="Aptos"/>
              </a:rPr>
              <a:t>Fig.6 - </a:t>
            </a:r>
            <a:r>
              <a:rPr lang="pt-PT" sz="900" i="1" err="1">
                <a:latin typeface="Aptos"/>
              </a:rPr>
              <a:t>Test</a:t>
            </a:r>
            <a:r>
              <a:rPr lang="pt-PT" sz="900" i="1">
                <a:latin typeface="Aptos"/>
              </a:rPr>
              <a:t> </a:t>
            </a:r>
            <a:r>
              <a:rPr lang="pt-PT" sz="900" i="1" err="1">
                <a:latin typeface="Aptos"/>
              </a:rPr>
              <a:t>Result</a:t>
            </a:r>
            <a:r>
              <a:rPr lang="pt-PT" sz="900" i="1">
                <a:latin typeface="Aptos"/>
              </a:rPr>
              <a:t> In App</a:t>
            </a:r>
          </a:p>
        </p:txBody>
      </p:sp>
      <p:pic>
        <p:nvPicPr>
          <p:cNvPr id="5" name="Imagem 4" descr="Uma imagem com captura de ecrã, casa&#10;&#10;Os conteúdos gerados por IA podem estar incorretos.">
            <a:extLst>
              <a:ext uri="{FF2B5EF4-FFF2-40B4-BE49-F238E27FC236}">
                <a16:creationId xmlns:a16="http://schemas.microsoft.com/office/drawing/2014/main" id="{2EAA6FED-2464-2B3D-2D2F-0136FC81890C}"/>
              </a:ext>
            </a:extLst>
          </p:cNvPr>
          <p:cNvPicPr>
            <a:picLocks noChangeAspect="1"/>
          </p:cNvPicPr>
          <p:nvPr/>
        </p:nvPicPr>
        <p:blipFill>
          <a:blip r:embed="rId3"/>
          <a:stretch>
            <a:fillRect/>
          </a:stretch>
        </p:blipFill>
        <p:spPr>
          <a:xfrm>
            <a:off x="375678" y="626360"/>
            <a:ext cx="5147936" cy="837486"/>
          </a:xfrm>
          <a:prstGeom prst="rect">
            <a:avLst/>
          </a:prstGeom>
        </p:spPr>
      </p:pic>
      <p:pic>
        <p:nvPicPr>
          <p:cNvPr id="8" name="Imagem 7" descr="Uma imagem com texto, captura de ecrã, Tipo de letra&#10;&#10;Os conteúdos gerados por IA podem estar incorretos.">
            <a:extLst>
              <a:ext uri="{FF2B5EF4-FFF2-40B4-BE49-F238E27FC236}">
                <a16:creationId xmlns:a16="http://schemas.microsoft.com/office/drawing/2014/main" id="{5720BE22-81DA-AC7F-87BE-B097E95DD388}"/>
              </a:ext>
            </a:extLst>
          </p:cNvPr>
          <p:cNvPicPr>
            <a:picLocks noChangeAspect="1"/>
          </p:cNvPicPr>
          <p:nvPr/>
        </p:nvPicPr>
        <p:blipFill>
          <a:blip r:embed="rId4"/>
          <a:stretch>
            <a:fillRect/>
          </a:stretch>
        </p:blipFill>
        <p:spPr>
          <a:xfrm>
            <a:off x="5210695" y="2033796"/>
            <a:ext cx="3557627" cy="2591358"/>
          </a:xfrm>
          <a:prstGeom prst="rect">
            <a:avLst/>
          </a:prstGeom>
        </p:spPr>
      </p:pic>
      <p:pic>
        <p:nvPicPr>
          <p:cNvPr id="14" name="Gráfico 13">
            <a:extLst>
              <a:ext uri="{FF2B5EF4-FFF2-40B4-BE49-F238E27FC236}">
                <a16:creationId xmlns:a16="http://schemas.microsoft.com/office/drawing/2014/main" id="{FA5714FD-B6E1-98EE-1EA6-ED5FE792F7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83416" y="-108533"/>
            <a:ext cx="1299942" cy="791936"/>
          </a:xfrm>
          <a:prstGeom prst="rect">
            <a:avLst/>
          </a:prstGeom>
        </p:spPr>
      </p:pic>
      <p:sp>
        <p:nvSpPr>
          <p:cNvPr id="3" name="CaixaDeTexto 2">
            <a:extLst>
              <a:ext uri="{FF2B5EF4-FFF2-40B4-BE49-F238E27FC236}">
                <a16:creationId xmlns:a16="http://schemas.microsoft.com/office/drawing/2014/main" id="{2B4E0F3D-4A93-E76C-033C-B675B0B1043E}"/>
              </a:ext>
            </a:extLst>
          </p:cNvPr>
          <p:cNvSpPr txBox="1"/>
          <p:nvPr/>
        </p:nvSpPr>
        <p:spPr>
          <a:xfrm>
            <a:off x="1524487" y="1412184"/>
            <a:ext cx="2846328" cy="230832"/>
          </a:xfrm>
          <a:prstGeom prst="rect">
            <a:avLst/>
          </a:prstGeom>
          <a:noFill/>
        </p:spPr>
        <p:txBody>
          <a:bodyPr wrap="square" lIns="91440" tIns="45720" rIns="91440" bIns="45720" rtlCol="0" anchor="t">
            <a:spAutoFit/>
          </a:bodyPr>
          <a:lstStyle/>
          <a:p>
            <a:pPr algn="ctr"/>
            <a:r>
              <a:rPr lang="pt-PT" sz="900" i="1" dirty="0">
                <a:latin typeface="Aptos"/>
              </a:rPr>
              <a:t>Fig.5 – Collision Case 2</a:t>
            </a:r>
          </a:p>
        </p:txBody>
      </p:sp>
    </p:spTree>
    <p:extLst>
      <p:ext uri="{BB962C8B-B14F-4D97-AF65-F5344CB8AC3E}">
        <p14:creationId xmlns:p14="http://schemas.microsoft.com/office/powerpoint/2010/main" val="4232307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2">
          <a:extLst>
            <a:ext uri="{FF2B5EF4-FFF2-40B4-BE49-F238E27FC236}">
              <a16:creationId xmlns:a16="http://schemas.microsoft.com/office/drawing/2014/main" id="{225B37A3-D643-B80B-F976-BECD9167BE80}"/>
            </a:ext>
          </a:extLst>
        </p:cNvPr>
        <p:cNvGrpSpPr/>
        <p:nvPr/>
      </p:nvGrpSpPr>
      <p:grpSpPr>
        <a:xfrm>
          <a:off x="0" y="0"/>
          <a:ext cx="0" cy="0"/>
          <a:chOff x="0" y="0"/>
          <a:chExt cx="0" cy="0"/>
        </a:xfrm>
      </p:grpSpPr>
      <p:sp>
        <p:nvSpPr>
          <p:cNvPr id="1863" name="Google Shape;1863;p34">
            <a:extLst>
              <a:ext uri="{FF2B5EF4-FFF2-40B4-BE49-F238E27FC236}">
                <a16:creationId xmlns:a16="http://schemas.microsoft.com/office/drawing/2014/main" id="{E61541DF-E12E-D25C-EC18-E52FFE714AEB}"/>
              </a:ext>
            </a:extLst>
          </p:cNvPr>
          <p:cNvSpPr txBox="1">
            <a:spLocks noGrp="1"/>
          </p:cNvSpPr>
          <p:nvPr>
            <p:ph type="title"/>
          </p:nvPr>
        </p:nvSpPr>
        <p:spPr>
          <a:xfrm>
            <a:off x="375678" y="1925803"/>
            <a:ext cx="4551350" cy="439262"/>
          </a:xfrm>
          <a:prstGeom prst="rect">
            <a:avLst/>
          </a:prstGeom>
        </p:spPr>
        <p:txBody>
          <a:bodyPr spcFirstLastPara="1" wrap="square" lIns="91425" tIns="91425" rIns="91425" bIns="91425" anchor="t" anchorCtr="0">
            <a:noAutofit/>
          </a:bodyPr>
          <a:lstStyle/>
          <a:p>
            <a:pPr algn="l"/>
            <a:r>
              <a:rPr lang="pt-PT" sz="1800" dirty="0"/>
              <a:t>4- </a:t>
            </a:r>
            <a:r>
              <a:rPr lang="pt-PT" sz="1800" dirty="0" err="1"/>
              <a:t>Siding</a:t>
            </a:r>
            <a:r>
              <a:rPr lang="pt-PT" sz="1800" dirty="0"/>
              <a:t> Collision</a:t>
            </a:r>
          </a:p>
        </p:txBody>
      </p:sp>
      <p:sp>
        <p:nvSpPr>
          <p:cNvPr id="1866" name="Google Shape;1866;p34">
            <a:extLst>
              <a:ext uri="{FF2B5EF4-FFF2-40B4-BE49-F238E27FC236}">
                <a16:creationId xmlns:a16="http://schemas.microsoft.com/office/drawing/2014/main" id="{339D0010-A569-8176-0749-C87A1D4E0449}"/>
              </a:ext>
            </a:extLst>
          </p:cNvPr>
          <p:cNvSpPr txBox="1">
            <a:spLocks noGrp="1"/>
          </p:cNvSpPr>
          <p:nvPr>
            <p:ph type="subTitle" idx="2"/>
          </p:nvPr>
        </p:nvSpPr>
        <p:spPr>
          <a:xfrm>
            <a:off x="5986420" y="287514"/>
            <a:ext cx="2733833" cy="47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Context</a:t>
            </a:r>
            <a:endParaRPr/>
          </a:p>
        </p:txBody>
      </p:sp>
      <p:sp>
        <p:nvSpPr>
          <p:cNvPr id="6" name="CaixaDeTexto 5">
            <a:extLst>
              <a:ext uri="{FF2B5EF4-FFF2-40B4-BE49-F238E27FC236}">
                <a16:creationId xmlns:a16="http://schemas.microsoft.com/office/drawing/2014/main" id="{0988DE42-414D-FB0E-AB5F-4DF6EDBF2CDB}"/>
              </a:ext>
            </a:extLst>
          </p:cNvPr>
          <p:cNvSpPr txBox="1"/>
          <p:nvPr/>
        </p:nvSpPr>
        <p:spPr>
          <a:xfrm>
            <a:off x="5931442" y="626360"/>
            <a:ext cx="2788811" cy="1200329"/>
          </a:xfrm>
          <a:prstGeom prst="rect">
            <a:avLst/>
          </a:prstGeom>
          <a:noFill/>
        </p:spPr>
        <p:txBody>
          <a:bodyPr wrap="square" rtlCol="0">
            <a:spAutoFit/>
          </a:bodyPr>
          <a:lstStyle/>
          <a:p>
            <a:pPr algn="just"/>
            <a:r>
              <a:rPr lang="en-US" sz="1200">
                <a:latin typeface="Hanken Grotesk" panose="020B0604020202020204" charset="0"/>
              </a:rPr>
              <a:t>Two trains travel at the same time on a line connecting Station A to Station B. These stations are connected by a line consisting of a single segment with only one track that have a siding in the first 1km with 100 m length .</a:t>
            </a:r>
            <a:endParaRPr lang="pt-PT" sz="1200">
              <a:latin typeface="Hanken Grotesk" panose="020B0604020202020204" charset="0"/>
            </a:endParaRPr>
          </a:p>
        </p:txBody>
      </p:sp>
      <p:sp>
        <p:nvSpPr>
          <p:cNvPr id="11" name="CaixaDeTexto 10">
            <a:extLst>
              <a:ext uri="{FF2B5EF4-FFF2-40B4-BE49-F238E27FC236}">
                <a16:creationId xmlns:a16="http://schemas.microsoft.com/office/drawing/2014/main" id="{8A3CB750-D1B5-718A-D9C8-51BDF4BC8824}"/>
              </a:ext>
            </a:extLst>
          </p:cNvPr>
          <p:cNvSpPr txBox="1"/>
          <p:nvPr/>
        </p:nvSpPr>
        <p:spPr>
          <a:xfrm>
            <a:off x="375678" y="2365065"/>
            <a:ext cx="3268172" cy="1754326"/>
          </a:xfrm>
          <a:prstGeom prst="rect">
            <a:avLst/>
          </a:prstGeom>
          <a:noFill/>
        </p:spPr>
        <p:txBody>
          <a:bodyPr wrap="square" rtlCol="0">
            <a:spAutoFit/>
          </a:bodyPr>
          <a:lstStyle/>
          <a:p>
            <a:pPr algn="just"/>
            <a:r>
              <a:rPr lang="en-US" sz="1200">
                <a:latin typeface="Hanken Grotesk" panose="020B0604020202020204" charset="0"/>
              </a:rPr>
              <a:t>In order for trains to use sidings, we decided to divide the segments that contain them so that occupancy can be checked part by part using the (1 - Single Track Collision) method. In the case of a “Siding Part”, it will be treated as a line segment with two tracks, thus allowing crossing. At the siding exit, it checks whether the next part of the segment is available or not.</a:t>
            </a:r>
            <a:endParaRPr lang="pt-PT" sz="1200">
              <a:latin typeface="Hanken Grotesk" panose="020B0604020202020204" charset="0"/>
            </a:endParaRPr>
          </a:p>
        </p:txBody>
      </p:sp>
      <p:sp>
        <p:nvSpPr>
          <p:cNvPr id="19" name="CaixaDeTexto 18">
            <a:extLst>
              <a:ext uri="{FF2B5EF4-FFF2-40B4-BE49-F238E27FC236}">
                <a16:creationId xmlns:a16="http://schemas.microsoft.com/office/drawing/2014/main" id="{A607119E-08BA-8D47-2493-91754B54453F}"/>
              </a:ext>
            </a:extLst>
          </p:cNvPr>
          <p:cNvSpPr txBox="1"/>
          <p:nvPr/>
        </p:nvSpPr>
        <p:spPr>
          <a:xfrm>
            <a:off x="5566344" y="4625154"/>
            <a:ext cx="2846328" cy="230832"/>
          </a:xfrm>
          <a:prstGeom prst="rect">
            <a:avLst/>
          </a:prstGeom>
          <a:noFill/>
        </p:spPr>
        <p:txBody>
          <a:bodyPr wrap="square" lIns="91440" tIns="45720" rIns="91440" bIns="45720" rtlCol="0" anchor="t">
            <a:spAutoFit/>
          </a:bodyPr>
          <a:lstStyle/>
          <a:p>
            <a:pPr algn="ctr"/>
            <a:r>
              <a:rPr lang="pt-PT" sz="900" i="1">
                <a:latin typeface="Aptos"/>
              </a:rPr>
              <a:t>Fig.8 - </a:t>
            </a:r>
            <a:r>
              <a:rPr lang="pt-PT" sz="900" i="1" err="1">
                <a:latin typeface="Aptos"/>
              </a:rPr>
              <a:t>Test</a:t>
            </a:r>
            <a:r>
              <a:rPr lang="pt-PT" sz="900" i="1">
                <a:latin typeface="Aptos"/>
              </a:rPr>
              <a:t> </a:t>
            </a:r>
            <a:r>
              <a:rPr lang="pt-PT" sz="900" i="1" err="1">
                <a:latin typeface="Aptos"/>
              </a:rPr>
              <a:t>Result</a:t>
            </a:r>
            <a:r>
              <a:rPr lang="pt-PT" sz="900" i="1">
                <a:latin typeface="Aptos"/>
              </a:rPr>
              <a:t> In App</a:t>
            </a:r>
          </a:p>
        </p:txBody>
      </p:sp>
      <p:pic>
        <p:nvPicPr>
          <p:cNvPr id="3" name="Imagem 2" descr="Uma imagem com captura de ecrã&#10;&#10;Os conteúdos gerados por IA podem estar incorretos.">
            <a:extLst>
              <a:ext uri="{FF2B5EF4-FFF2-40B4-BE49-F238E27FC236}">
                <a16:creationId xmlns:a16="http://schemas.microsoft.com/office/drawing/2014/main" id="{5F276802-F9EE-9A1A-05F3-EC5D882634E0}"/>
              </a:ext>
            </a:extLst>
          </p:cNvPr>
          <p:cNvPicPr>
            <a:picLocks noChangeAspect="1"/>
          </p:cNvPicPr>
          <p:nvPr/>
        </p:nvPicPr>
        <p:blipFill>
          <a:blip r:embed="rId3"/>
          <a:stretch>
            <a:fillRect/>
          </a:stretch>
        </p:blipFill>
        <p:spPr>
          <a:xfrm>
            <a:off x="394864" y="626360"/>
            <a:ext cx="5147936" cy="837486"/>
          </a:xfrm>
          <a:prstGeom prst="rect">
            <a:avLst/>
          </a:prstGeom>
        </p:spPr>
      </p:pic>
      <p:pic>
        <p:nvPicPr>
          <p:cNvPr id="7" name="Imagem 6" descr="Uma imagem com texto, captura de ecrã, menu, Tipo de letra&#10;&#10;Os conteúdos gerados por IA podem estar incorretos.">
            <a:extLst>
              <a:ext uri="{FF2B5EF4-FFF2-40B4-BE49-F238E27FC236}">
                <a16:creationId xmlns:a16="http://schemas.microsoft.com/office/drawing/2014/main" id="{72F790D0-8207-45A4-619C-F4F183F79201}"/>
              </a:ext>
            </a:extLst>
          </p:cNvPr>
          <p:cNvPicPr>
            <a:picLocks noChangeAspect="1"/>
          </p:cNvPicPr>
          <p:nvPr/>
        </p:nvPicPr>
        <p:blipFill>
          <a:blip r:embed="rId4"/>
          <a:stretch>
            <a:fillRect/>
          </a:stretch>
        </p:blipFill>
        <p:spPr>
          <a:xfrm>
            <a:off x="4927028" y="1966042"/>
            <a:ext cx="3793225" cy="2659112"/>
          </a:xfrm>
          <a:prstGeom prst="rect">
            <a:avLst/>
          </a:prstGeom>
        </p:spPr>
      </p:pic>
      <p:pic>
        <p:nvPicPr>
          <p:cNvPr id="9" name="Gráfico 8">
            <a:extLst>
              <a:ext uri="{FF2B5EF4-FFF2-40B4-BE49-F238E27FC236}">
                <a16:creationId xmlns:a16="http://schemas.microsoft.com/office/drawing/2014/main" id="{AF21397D-085C-B7F6-0326-27D156AD20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83416" y="-108533"/>
            <a:ext cx="1299942" cy="791936"/>
          </a:xfrm>
          <a:prstGeom prst="rect">
            <a:avLst/>
          </a:prstGeom>
        </p:spPr>
      </p:pic>
      <p:sp>
        <p:nvSpPr>
          <p:cNvPr id="4" name="CaixaDeTexto 3">
            <a:extLst>
              <a:ext uri="{FF2B5EF4-FFF2-40B4-BE49-F238E27FC236}">
                <a16:creationId xmlns:a16="http://schemas.microsoft.com/office/drawing/2014/main" id="{256905BE-8146-4F32-3B62-8E11DD846328}"/>
              </a:ext>
            </a:extLst>
          </p:cNvPr>
          <p:cNvSpPr txBox="1"/>
          <p:nvPr/>
        </p:nvSpPr>
        <p:spPr>
          <a:xfrm>
            <a:off x="1544193" y="1461452"/>
            <a:ext cx="2846328" cy="230832"/>
          </a:xfrm>
          <a:prstGeom prst="rect">
            <a:avLst/>
          </a:prstGeom>
          <a:noFill/>
        </p:spPr>
        <p:txBody>
          <a:bodyPr wrap="square" lIns="91440" tIns="45720" rIns="91440" bIns="45720" rtlCol="0" anchor="t">
            <a:spAutoFit/>
          </a:bodyPr>
          <a:lstStyle/>
          <a:p>
            <a:pPr algn="ctr"/>
            <a:r>
              <a:rPr lang="pt-PT" sz="900" i="1" dirty="0">
                <a:latin typeface="Aptos"/>
              </a:rPr>
              <a:t>Fig.7 – Collision Case 3</a:t>
            </a:r>
          </a:p>
        </p:txBody>
      </p:sp>
    </p:spTree>
    <p:extLst>
      <p:ext uri="{BB962C8B-B14F-4D97-AF65-F5344CB8AC3E}">
        <p14:creationId xmlns:p14="http://schemas.microsoft.com/office/powerpoint/2010/main" val="3855503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57"/>
        <p:cNvGrpSpPr/>
        <p:nvPr/>
      </p:nvGrpSpPr>
      <p:grpSpPr>
        <a:xfrm>
          <a:off x="0" y="0"/>
          <a:ext cx="0" cy="0"/>
          <a:chOff x="0" y="0"/>
          <a:chExt cx="0" cy="0"/>
        </a:xfrm>
      </p:grpSpPr>
      <p:sp>
        <p:nvSpPr>
          <p:cNvPr id="2658" name="Google Shape;2658;p48"/>
          <p:cNvSpPr txBox="1">
            <a:spLocks noGrp="1"/>
          </p:cNvSpPr>
          <p:nvPr>
            <p:ph type="subTitle" idx="1"/>
          </p:nvPr>
        </p:nvSpPr>
        <p:spPr>
          <a:xfrm>
            <a:off x="2382350" y="1606250"/>
            <a:ext cx="4379400" cy="58316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b="1" dirty="0"/>
              <a:t>Do you have any questions?</a:t>
            </a:r>
            <a:endParaRPr sz="1400" b="1" dirty="0"/>
          </a:p>
          <a:p>
            <a:pPr marL="0" lvl="0" indent="0" algn="ctr" rtl="0">
              <a:spcBef>
                <a:spcPts val="0"/>
              </a:spcBef>
              <a:spcAft>
                <a:spcPts val="0"/>
              </a:spcAft>
              <a:buNone/>
            </a:pPr>
            <a:r>
              <a:rPr lang="en" dirty="0"/>
              <a:t>mabecdev@gmail.com </a:t>
            </a:r>
            <a:endParaRPr lang="pt-PT" dirty="0"/>
          </a:p>
        </p:txBody>
      </p:sp>
      <p:sp>
        <p:nvSpPr>
          <p:cNvPr id="2659" name="Google Shape;2659;p48"/>
          <p:cNvSpPr txBox="1"/>
          <p:nvPr/>
        </p:nvSpPr>
        <p:spPr>
          <a:xfrm>
            <a:off x="2382300" y="3626363"/>
            <a:ext cx="4379400" cy="28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Hanken Grotesk"/>
                <a:ea typeface="Hanken Grotesk"/>
                <a:cs typeface="Hanken Grotesk"/>
                <a:sym typeface="Hanken Grotesk"/>
              </a:rPr>
              <a:t>Please keep this slide for attribution</a:t>
            </a:r>
            <a:endParaRPr sz="1000">
              <a:solidFill>
                <a:schemeClr val="dk1"/>
              </a:solidFill>
              <a:latin typeface="Hanken Grotesk"/>
              <a:ea typeface="Hanken Grotesk"/>
              <a:cs typeface="Hanken Grotesk"/>
              <a:sym typeface="Hanken Grotesk"/>
            </a:endParaRPr>
          </a:p>
        </p:txBody>
      </p:sp>
      <p:sp>
        <p:nvSpPr>
          <p:cNvPr id="2660" name="Google Shape;2660;p48"/>
          <p:cNvSpPr txBox="1">
            <a:spLocks noGrp="1"/>
          </p:cNvSpPr>
          <p:nvPr>
            <p:ph type="ctrTitle"/>
          </p:nvPr>
        </p:nvSpPr>
        <p:spPr>
          <a:xfrm>
            <a:off x="2382250" y="828600"/>
            <a:ext cx="4379400" cy="91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cxnSp>
        <p:nvCxnSpPr>
          <p:cNvPr id="2674" name="Google Shape;2674;p48"/>
          <p:cNvCxnSpPr>
            <a:endCxn id="2660" idx="0"/>
          </p:cNvCxnSpPr>
          <p:nvPr/>
        </p:nvCxnSpPr>
        <p:spPr>
          <a:xfrm>
            <a:off x="4571950" y="-114600"/>
            <a:ext cx="0" cy="943200"/>
          </a:xfrm>
          <a:prstGeom prst="straightConnector1">
            <a:avLst/>
          </a:prstGeom>
          <a:noFill/>
          <a:ln w="9525" cap="flat" cmpd="sng">
            <a:solidFill>
              <a:schemeClr val="dk1"/>
            </a:solidFill>
            <a:prstDash val="solid"/>
            <a:round/>
            <a:headEnd type="none" w="med" len="med"/>
            <a:tailEnd type="diamond" w="med" len="med"/>
          </a:ln>
        </p:spPr>
      </p:cxnSp>
      <p:grpSp>
        <p:nvGrpSpPr>
          <p:cNvPr id="2675" name="Google Shape;2675;p48"/>
          <p:cNvGrpSpPr/>
          <p:nvPr/>
        </p:nvGrpSpPr>
        <p:grpSpPr>
          <a:xfrm>
            <a:off x="-5271356" y="3801208"/>
            <a:ext cx="8509958" cy="1342288"/>
            <a:chOff x="-6328831" y="1568883"/>
            <a:chExt cx="8509958" cy="1342288"/>
          </a:xfrm>
        </p:grpSpPr>
        <p:sp>
          <p:nvSpPr>
            <p:cNvPr id="2676" name="Google Shape;2676;p48"/>
            <p:cNvSpPr/>
            <p:nvPr/>
          </p:nvSpPr>
          <p:spPr>
            <a:xfrm>
              <a:off x="-6328831" y="1568883"/>
              <a:ext cx="8509958" cy="1342288"/>
            </a:xfrm>
            <a:custGeom>
              <a:avLst/>
              <a:gdLst/>
              <a:ahLst/>
              <a:cxnLst/>
              <a:rect l="l" t="t" r="r" b="b"/>
              <a:pathLst>
                <a:path w="1958" h="309" extrusionOk="0">
                  <a:moveTo>
                    <a:pt x="1801" y="309"/>
                  </a:moveTo>
                  <a:cubicBezTo>
                    <a:pt x="18" y="309"/>
                    <a:pt x="18" y="309"/>
                    <a:pt x="18" y="309"/>
                  </a:cubicBezTo>
                  <a:cubicBezTo>
                    <a:pt x="8" y="309"/>
                    <a:pt x="0" y="301"/>
                    <a:pt x="0" y="291"/>
                  </a:cubicBezTo>
                  <a:cubicBezTo>
                    <a:pt x="0" y="17"/>
                    <a:pt x="0" y="17"/>
                    <a:pt x="0" y="17"/>
                  </a:cubicBezTo>
                  <a:cubicBezTo>
                    <a:pt x="0" y="8"/>
                    <a:pt x="8" y="0"/>
                    <a:pt x="18" y="0"/>
                  </a:cubicBezTo>
                  <a:cubicBezTo>
                    <a:pt x="1376" y="0"/>
                    <a:pt x="1376" y="0"/>
                    <a:pt x="1376" y="0"/>
                  </a:cubicBezTo>
                  <a:cubicBezTo>
                    <a:pt x="1528" y="0"/>
                    <a:pt x="1706" y="45"/>
                    <a:pt x="1811" y="115"/>
                  </a:cubicBezTo>
                  <a:cubicBezTo>
                    <a:pt x="1916" y="184"/>
                    <a:pt x="1955" y="230"/>
                    <a:pt x="1955" y="240"/>
                  </a:cubicBezTo>
                  <a:cubicBezTo>
                    <a:pt x="1955" y="249"/>
                    <a:pt x="1958" y="264"/>
                    <a:pt x="1930" y="276"/>
                  </a:cubicBezTo>
                  <a:cubicBezTo>
                    <a:pt x="1903" y="288"/>
                    <a:pt x="1885" y="290"/>
                    <a:pt x="1885" y="290"/>
                  </a:cubicBezTo>
                  <a:cubicBezTo>
                    <a:pt x="1885" y="309"/>
                    <a:pt x="1885" y="309"/>
                    <a:pt x="1885" y="309"/>
                  </a:cubicBezTo>
                  <a:cubicBezTo>
                    <a:pt x="1801" y="309"/>
                    <a:pt x="1801" y="309"/>
                    <a:pt x="1801" y="309"/>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7" name="Google Shape;2677;p48"/>
            <p:cNvSpPr/>
            <p:nvPr/>
          </p:nvSpPr>
          <p:spPr>
            <a:xfrm>
              <a:off x="-4952608" y="2737729"/>
              <a:ext cx="3261459" cy="173442"/>
            </a:xfrm>
            <a:custGeom>
              <a:avLst/>
              <a:gdLst/>
              <a:ahLst/>
              <a:cxnLst/>
              <a:rect l="l" t="t" r="r" b="b"/>
              <a:pathLst>
                <a:path w="750" h="40" extrusionOk="0">
                  <a:moveTo>
                    <a:pt x="750" y="40"/>
                  </a:moveTo>
                  <a:cubicBezTo>
                    <a:pt x="750" y="20"/>
                    <a:pt x="750" y="20"/>
                    <a:pt x="750" y="20"/>
                  </a:cubicBezTo>
                  <a:cubicBezTo>
                    <a:pt x="750" y="9"/>
                    <a:pt x="741" y="0"/>
                    <a:pt x="730" y="0"/>
                  </a:cubicBezTo>
                  <a:cubicBezTo>
                    <a:pt x="21" y="0"/>
                    <a:pt x="21" y="0"/>
                    <a:pt x="21" y="0"/>
                  </a:cubicBezTo>
                  <a:cubicBezTo>
                    <a:pt x="10" y="0"/>
                    <a:pt x="0" y="9"/>
                    <a:pt x="0" y="20"/>
                  </a:cubicBezTo>
                  <a:cubicBezTo>
                    <a:pt x="0" y="40"/>
                    <a:pt x="0" y="40"/>
                    <a:pt x="0" y="40"/>
                  </a:cubicBezTo>
                  <a:lnTo>
                    <a:pt x="750" y="4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8" name="Google Shape;2678;p48"/>
            <p:cNvSpPr/>
            <p:nvPr/>
          </p:nvSpPr>
          <p:spPr>
            <a:xfrm>
              <a:off x="-6328831" y="2319208"/>
              <a:ext cx="8506179" cy="418521"/>
            </a:xfrm>
            <a:custGeom>
              <a:avLst/>
              <a:gdLst/>
              <a:ahLst/>
              <a:cxnLst/>
              <a:rect l="l" t="t" r="r" b="b"/>
              <a:pathLst>
                <a:path w="1957" h="96" extrusionOk="0">
                  <a:moveTo>
                    <a:pt x="0" y="0"/>
                  </a:moveTo>
                  <a:cubicBezTo>
                    <a:pt x="0" y="37"/>
                    <a:pt x="0" y="37"/>
                    <a:pt x="0" y="37"/>
                  </a:cubicBezTo>
                  <a:cubicBezTo>
                    <a:pt x="1363" y="37"/>
                    <a:pt x="1363" y="37"/>
                    <a:pt x="1363" y="37"/>
                  </a:cubicBezTo>
                  <a:cubicBezTo>
                    <a:pt x="1536" y="37"/>
                    <a:pt x="1714" y="37"/>
                    <a:pt x="1943" y="96"/>
                  </a:cubicBezTo>
                  <a:cubicBezTo>
                    <a:pt x="1957" y="86"/>
                    <a:pt x="1955" y="74"/>
                    <a:pt x="1955" y="67"/>
                  </a:cubicBezTo>
                  <a:cubicBezTo>
                    <a:pt x="1955" y="66"/>
                    <a:pt x="1955" y="64"/>
                    <a:pt x="1953" y="61"/>
                  </a:cubicBezTo>
                  <a:cubicBezTo>
                    <a:pt x="1719" y="0"/>
                    <a:pt x="1538" y="0"/>
                    <a:pt x="1363" y="0"/>
                  </a:cubicBezTo>
                  <a:cubicBezTo>
                    <a:pt x="0"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9" name="Google Shape;2679;p48"/>
            <p:cNvSpPr/>
            <p:nvPr/>
          </p:nvSpPr>
          <p:spPr>
            <a:xfrm>
              <a:off x="-560010" y="1874292"/>
              <a:ext cx="2066217" cy="459997"/>
            </a:xfrm>
            <a:custGeom>
              <a:avLst/>
              <a:gdLst/>
              <a:ahLst/>
              <a:cxnLst/>
              <a:rect l="l" t="t" r="r" b="b"/>
              <a:pathLst>
                <a:path w="476" h="106" extrusionOk="0">
                  <a:moveTo>
                    <a:pt x="0" y="6"/>
                  </a:moveTo>
                  <a:cubicBezTo>
                    <a:pt x="0" y="79"/>
                    <a:pt x="0" y="79"/>
                    <a:pt x="0" y="79"/>
                  </a:cubicBezTo>
                  <a:cubicBezTo>
                    <a:pt x="0" y="79"/>
                    <a:pt x="194" y="79"/>
                    <a:pt x="260" y="79"/>
                  </a:cubicBezTo>
                  <a:cubicBezTo>
                    <a:pt x="326" y="79"/>
                    <a:pt x="476" y="106"/>
                    <a:pt x="476" y="101"/>
                  </a:cubicBezTo>
                  <a:cubicBezTo>
                    <a:pt x="475" y="97"/>
                    <a:pt x="362" y="36"/>
                    <a:pt x="265" y="16"/>
                  </a:cubicBezTo>
                  <a:cubicBezTo>
                    <a:pt x="189" y="0"/>
                    <a:pt x="42" y="6"/>
                    <a:pt x="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0" name="Google Shape;2680;p48"/>
            <p:cNvSpPr/>
            <p:nvPr/>
          </p:nvSpPr>
          <p:spPr>
            <a:xfrm>
              <a:off x="819983" y="1746096"/>
              <a:ext cx="908685" cy="459997"/>
            </a:xfrm>
            <a:custGeom>
              <a:avLst/>
              <a:gdLst/>
              <a:ahLst/>
              <a:cxnLst/>
              <a:rect l="l" t="t" r="r" b="b"/>
              <a:pathLst>
                <a:path w="209" h="106" extrusionOk="0">
                  <a:moveTo>
                    <a:pt x="166" y="74"/>
                  </a:moveTo>
                  <a:cubicBezTo>
                    <a:pt x="121" y="44"/>
                    <a:pt x="63" y="19"/>
                    <a:pt x="0" y="0"/>
                  </a:cubicBezTo>
                  <a:cubicBezTo>
                    <a:pt x="7" y="13"/>
                    <a:pt x="23" y="36"/>
                    <a:pt x="52" y="51"/>
                  </a:cubicBezTo>
                  <a:cubicBezTo>
                    <a:pt x="93" y="71"/>
                    <a:pt x="145" y="97"/>
                    <a:pt x="159" y="102"/>
                  </a:cubicBezTo>
                  <a:cubicBezTo>
                    <a:pt x="168" y="106"/>
                    <a:pt x="193" y="105"/>
                    <a:pt x="209" y="104"/>
                  </a:cubicBezTo>
                  <a:cubicBezTo>
                    <a:pt x="196" y="94"/>
                    <a:pt x="182" y="84"/>
                    <a:pt x="166" y="7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1" name="Google Shape;2681;p48"/>
            <p:cNvSpPr/>
            <p:nvPr/>
          </p:nvSpPr>
          <p:spPr>
            <a:xfrm>
              <a:off x="1868174" y="2828220"/>
              <a:ext cx="3772" cy="0"/>
            </a:xfrm>
            <a:custGeom>
              <a:avLst/>
              <a:gdLst/>
              <a:ahLst/>
              <a:cxnLst/>
              <a:rect l="l" t="t" r="r" b="b"/>
              <a:pathLst>
                <a:path w="1" h="120000" extrusionOk="0">
                  <a:moveTo>
                    <a:pt x="1" y="0"/>
                  </a:moveTo>
                  <a:cubicBezTo>
                    <a:pt x="1" y="0"/>
                    <a:pt x="1" y="0"/>
                    <a:pt x="0" y="0"/>
                  </a:cubicBezTo>
                  <a:cubicBezTo>
                    <a:pt x="1" y="0"/>
                    <a:pt x="1" y="0"/>
                    <a:pt x="1" y="0"/>
                  </a:cubicBezTo>
                  <a:cubicBezTo>
                    <a:pt x="1" y="0"/>
                    <a:pt x="1" y="0"/>
                    <a:pt x="1" y="0"/>
                  </a:cubicBezTo>
                </a:path>
              </a:pathLst>
            </a:custGeom>
            <a:solidFill>
              <a:srgbClr val="8C929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2" name="Google Shape;2682;p48"/>
            <p:cNvSpPr/>
            <p:nvPr/>
          </p:nvSpPr>
          <p:spPr>
            <a:xfrm>
              <a:off x="-6328831" y="2688980"/>
              <a:ext cx="8200779" cy="169670"/>
            </a:xfrm>
            <a:custGeom>
              <a:avLst/>
              <a:gdLst/>
              <a:ahLst/>
              <a:cxnLst/>
              <a:rect l="l" t="t" r="r" b="b"/>
              <a:pathLst>
                <a:path w="1887" h="39" extrusionOk="0">
                  <a:moveTo>
                    <a:pt x="1815" y="0"/>
                  </a:moveTo>
                  <a:cubicBezTo>
                    <a:pt x="0" y="0"/>
                    <a:pt x="0" y="0"/>
                    <a:pt x="0" y="0"/>
                  </a:cubicBezTo>
                  <a:cubicBezTo>
                    <a:pt x="0" y="2"/>
                    <a:pt x="0" y="2"/>
                    <a:pt x="0" y="2"/>
                  </a:cubicBezTo>
                  <a:cubicBezTo>
                    <a:pt x="1815" y="2"/>
                    <a:pt x="1815" y="2"/>
                    <a:pt x="1815" y="2"/>
                  </a:cubicBezTo>
                  <a:cubicBezTo>
                    <a:pt x="1885" y="38"/>
                    <a:pt x="1885" y="38"/>
                    <a:pt x="1885" y="38"/>
                  </a:cubicBezTo>
                  <a:cubicBezTo>
                    <a:pt x="1885" y="39"/>
                    <a:pt x="1885" y="39"/>
                    <a:pt x="1885" y="39"/>
                  </a:cubicBezTo>
                  <a:cubicBezTo>
                    <a:pt x="1885" y="37"/>
                    <a:pt x="1885" y="37"/>
                    <a:pt x="1885" y="37"/>
                  </a:cubicBezTo>
                  <a:cubicBezTo>
                    <a:pt x="1885" y="37"/>
                    <a:pt x="1885" y="37"/>
                    <a:pt x="1885" y="37"/>
                  </a:cubicBezTo>
                  <a:cubicBezTo>
                    <a:pt x="1885" y="37"/>
                    <a:pt x="1886" y="37"/>
                    <a:pt x="1886" y="37"/>
                  </a:cubicBezTo>
                  <a:cubicBezTo>
                    <a:pt x="1887" y="37"/>
                    <a:pt x="1887" y="37"/>
                    <a:pt x="1887" y="37"/>
                  </a:cubicBezTo>
                  <a:cubicBezTo>
                    <a:pt x="1886" y="36"/>
                    <a:pt x="1886" y="36"/>
                    <a:pt x="1886" y="36"/>
                  </a:cubicBezTo>
                  <a:cubicBezTo>
                    <a:pt x="1815" y="0"/>
                    <a:pt x="1815" y="0"/>
                    <a:pt x="1815" y="0"/>
                  </a:cubicBezTo>
                  <a:cubicBezTo>
                    <a:pt x="1815" y="0"/>
                    <a:pt x="1815" y="0"/>
                    <a:pt x="181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3" name="Google Shape;2683;p48"/>
            <p:cNvSpPr/>
            <p:nvPr/>
          </p:nvSpPr>
          <p:spPr>
            <a:xfrm>
              <a:off x="-1193449" y="1644292"/>
              <a:ext cx="471310" cy="1014256"/>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5" y="234"/>
                    <a:pt x="13" y="234"/>
                  </a:cubicBezTo>
                  <a:cubicBezTo>
                    <a:pt x="95" y="234"/>
                    <a:pt x="95" y="234"/>
                    <a:pt x="95" y="234"/>
                  </a:cubicBezTo>
                  <a:cubicBezTo>
                    <a:pt x="102" y="234"/>
                    <a:pt x="108" y="228"/>
                    <a:pt x="108" y="221"/>
                  </a:cubicBezTo>
                  <a:cubicBezTo>
                    <a:pt x="108" y="193"/>
                    <a:pt x="108" y="193"/>
                    <a:pt x="108" y="193"/>
                  </a:cubicBezTo>
                  <a:moveTo>
                    <a:pt x="95" y="0"/>
                  </a:moveTo>
                  <a:cubicBezTo>
                    <a:pt x="13" y="0"/>
                    <a:pt x="13" y="0"/>
                    <a:pt x="13" y="0"/>
                  </a:cubicBezTo>
                  <a:cubicBezTo>
                    <a:pt x="5"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2"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4" name="Google Shape;2684;p48"/>
            <p:cNvSpPr/>
            <p:nvPr/>
          </p:nvSpPr>
          <p:spPr>
            <a:xfrm>
              <a:off x="-1193449" y="2319208"/>
              <a:ext cx="471310" cy="162129"/>
            </a:xfrm>
            <a:custGeom>
              <a:avLst/>
              <a:gdLst/>
              <a:ahLst/>
              <a:cxnLst/>
              <a:rect l="l" t="t" r="r" b="b"/>
              <a:pathLst>
                <a:path w="125" h="43" extrusionOk="0">
                  <a:moveTo>
                    <a:pt x="3" y="0"/>
                  </a:moveTo>
                  <a:lnTo>
                    <a:pt x="0" y="0"/>
                  </a:lnTo>
                  <a:lnTo>
                    <a:pt x="0" y="43"/>
                  </a:lnTo>
                  <a:lnTo>
                    <a:pt x="3" y="43"/>
                  </a:lnTo>
                  <a:lnTo>
                    <a:pt x="3" y="0"/>
                  </a:lnTo>
                  <a:close/>
                  <a:moveTo>
                    <a:pt x="125" y="0"/>
                  </a:moveTo>
                  <a:lnTo>
                    <a:pt x="123" y="0"/>
                  </a:lnTo>
                  <a:lnTo>
                    <a:pt x="123" y="43"/>
                  </a:lnTo>
                  <a:lnTo>
                    <a:pt x="125" y="43"/>
                  </a:lnTo>
                  <a:lnTo>
                    <a:pt x="125"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5" name="Google Shape;2685;p48"/>
            <p:cNvSpPr/>
            <p:nvPr/>
          </p:nvSpPr>
          <p:spPr>
            <a:xfrm>
              <a:off x="-5917848" y="1644292"/>
              <a:ext cx="471310" cy="1014256"/>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5" y="234"/>
                    <a:pt x="13" y="234"/>
                  </a:cubicBezTo>
                  <a:cubicBezTo>
                    <a:pt x="95" y="234"/>
                    <a:pt x="95" y="234"/>
                    <a:pt x="95" y="234"/>
                  </a:cubicBezTo>
                  <a:cubicBezTo>
                    <a:pt x="102" y="234"/>
                    <a:pt x="108" y="228"/>
                    <a:pt x="108" y="221"/>
                  </a:cubicBezTo>
                  <a:cubicBezTo>
                    <a:pt x="108" y="193"/>
                    <a:pt x="108" y="193"/>
                    <a:pt x="108" y="193"/>
                  </a:cubicBezTo>
                  <a:moveTo>
                    <a:pt x="95" y="0"/>
                  </a:moveTo>
                  <a:cubicBezTo>
                    <a:pt x="13" y="0"/>
                    <a:pt x="13" y="0"/>
                    <a:pt x="13" y="0"/>
                  </a:cubicBezTo>
                  <a:cubicBezTo>
                    <a:pt x="5"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2"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6" name="Google Shape;2686;p48"/>
            <p:cNvSpPr/>
            <p:nvPr/>
          </p:nvSpPr>
          <p:spPr>
            <a:xfrm>
              <a:off x="-5917851" y="2319208"/>
              <a:ext cx="471310" cy="162129"/>
            </a:xfrm>
            <a:custGeom>
              <a:avLst/>
              <a:gdLst/>
              <a:ahLst/>
              <a:cxnLst/>
              <a:rect l="l" t="t" r="r" b="b"/>
              <a:pathLst>
                <a:path w="125" h="43" extrusionOk="0">
                  <a:moveTo>
                    <a:pt x="3" y="0"/>
                  </a:moveTo>
                  <a:lnTo>
                    <a:pt x="0" y="0"/>
                  </a:lnTo>
                  <a:lnTo>
                    <a:pt x="0" y="43"/>
                  </a:lnTo>
                  <a:lnTo>
                    <a:pt x="3" y="43"/>
                  </a:lnTo>
                  <a:lnTo>
                    <a:pt x="3" y="0"/>
                  </a:lnTo>
                  <a:close/>
                  <a:moveTo>
                    <a:pt x="125" y="0"/>
                  </a:moveTo>
                  <a:lnTo>
                    <a:pt x="123" y="0"/>
                  </a:lnTo>
                  <a:lnTo>
                    <a:pt x="123" y="43"/>
                  </a:lnTo>
                  <a:lnTo>
                    <a:pt x="125" y="43"/>
                  </a:lnTo>
                  <a:lnTo>
                    <a:pt x="125"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7" name="Google Shape;2687;p48"/>
            <p:cNvSpPr/>
            <p:nvPr/>
          </p:nvSpPr>
          <p:spPr>
            <a:xfrm>
              <a:off x="-5917851" y="2319208"/>
              <a:ext cx="471310" cy="162129"/>
            </a:xfrm>
            <a:custGeom>
              <a:avLst/>
              <a:gdLst/>
              <a:ahLst/>
              <a:cxnLst/>
              <a:rect l="l" t="t" r="r" b="b"/>
              <a:pathLst>
                <a:path w="125" h="43" extrusionOk="0">
                  <a:moveTo>
                    <a:pt x="3" y="0"/>
                  </a:moveTo>
                  <a:lnTo>
                    <a:pt x="0" y="0"/>
                  </a:lnTo>
                  <a:lnTo>
                    <a:pt x="0" y="43"/>
                  </a:lnTo>
                  <a:lnTo>
                    <a:pt x="3" y="43"/>
                  </a:lnTo>
                  <a:lnTo>
                    <a:pt x="3" y="0"/>
                  </a:lnTo>
                  <a:moveTo>
                    <a:pt x="125" y="0"/>
                  </a:moveTo>
                  <a:lnTo>
                    <a:pt x="123" y="0"/>
                  </a:lnTo>
                  <a:lnTo>
                    <a:pt x="123" y="43"/>
                  </a:lnTo>
                  <a:lnTo>
                    <a:pt x="125" y="43"/>
                  </a:lnTo>
                  <a:lnTo>
                    <a:pt x="125"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8" name="Google Shape;2688;p48"/>
            <p:cNvSpPr/>
            <p:nvPr/>
          </p:nvSpPr>
          <p:spPr>
            <a:xfrm>
              <a:off x="-1080335" y="1825277"/>
              <a:ext cx="245082" cy="422293"/>
            </a:xfrm>
            <a:custGeom>
              <a:avLst/>
              <a:gdLst/>
              <a:ahLst/>
              <a:cxnLst/>
              <a:rect l="l" t="t" r="r" b="b"/>
              <a:pathLst>
                <a:path w="56" h="97" extrusionOk="0">
                  <a:moveTo>
                    <a:pt x="56" y="71"/>
                  </a:moveTo>
                  <a:cubicBezTo>
                    <a:pt x="56" y="86"/>
                    <a:pt x="44" y="97"/>
                    <a:pt x="30" y="97"/>
                  </a:cubicBezTo>
                  <a:cubicBezTo>
                    <a:pt x="25" y="97"/>
                    <a:pt x="25" y="97"/>
                    <a:pt x="25" y="97"/>
                  </a:cubicBezTo>
                  <a:cubicBezTo>
                    <a:pt x="11" y="97"/>
                    <a:pt x="0" y="86"/>
                    <a:pt x="0" y="71"/>
                  </a:cubicBezTo>
                  <a:cubicBezTo>
                    <a:pt x="0" y="25"/>
                    <a:pt x="0" y="25"/>
                    <a:pt x="0" y="25"/>
                  </a:cubicBezTo>
                  <a:cubicBezTo>
                    <a:pt x="0" y="11"/>
                    <a:pt x="11" y="0"/>
                    <a:pt x="25" y="0"/>
                  </a:cubicBezTo>
                  <a:cubicBezTo>
                    <a:pt x="30" y="0"/>
                    <a:pt x="30" y="0"/>
                    <a:pt x="30" y="0"/>
                  </a:cubicBezTo>
                  <a:cubicBezTo>
                    <a:pt x="44" y="0"/>
                    <a:pt x="56" y="11"/>
                    <a:pt x="56" y="25"/>
                  </a:cubicBezTo>
                  <a:lnTo>
                    <a:pt x="56" y="7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9" name="Google Shape;2689;p48"/>
            <p:cNvSpPr/>
            <p:nvPr/>
          </p:nvSpPr>
          <p:spPr>
            <a:xfrm>
              <a:off x="-5804737" y="1825277"/>
              <a:ext cx="245082" cy="422293"/>
            </a:xfrm>
            <a:custGeom>
              <a:avLst/>
              <a:gdLst/>
              <a:ahLst/>
              <a:cxnLst/>
              <a:rect l="l" t="t" r="r" b="b"/>
              <a:pathLst>
                <a:path w="56" h="97" extrusionOk="0">
                  <a:moveTo>
                    <a:pt x="56" y="71"/>
                  </a:moveTo>
                  <a:cubicBezTo>
                    <a:pt x="56" y="86"/>
                    <a:pt x="44" y="97"/>
                    <a:pt x="30" y="97"/>
                  </a:cubicBezTo>
                  <a:cubicBezTo>
                    <a:pt x="25" y="97"/>
                    <a:pt x="25" y="97"/>
                    <a:pt x="25" y="97"/>
                  </a:cubicBezTo>
                  <a:cubicBezTo>
                    <a:pt x="11" y="97"/>
                    <a:pt x="0" y="86"/>
                    <a:pt x="0" y="71"/>
                  </a:cubicBezTo>
                  <a:cubicBezTo>
                    <a:pt x="0" y="25"/>
                    <a:pt x="0" y="25"/>
                    <a:pt x="0" y="25"/>
                  </a:cubicBezTo>
                  <a:cubicBezTo>
                    <a:pt x="0" y="11"/>
                    <a:pt x="11" y="0"/>
                    <a:pt x="25" y="0"/>
                  </a:cubicBezTo>
                  <a:cubicBezTo>
                    <a:pt x="30" y="0"/>
                    <a:pt x="30" y="0"/>
                    <a:pt x="30" y="0"/>
                  </a:cubicBezTo>
                  <a:cubicBezTo>
                    <a:pt x="44"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0" name="Google Shape;2690;p48"/>
            <p:cNvSpPr/>
            <p:nvPr/>
          </p:nvSpPr>
          <p:spPr>
            <a:xfrm>
              <a:off x="-6242111" y="1934620"/>
              <a:ext cx="260164" cy="15082"/>
            </a:xfrm>
            <a:custGeom>
              <a:avLst/>
              <a:gdLst/>
              <a:ahLst/>
              <a:cxnLst/>
              <a:rect l="l" t="t" r="r" b="b"/>
              <a:pathLst>
                <a:path w="60" h="4" extrusionOk="0">
                  <a:moveTo>
                    <a:pt x="60" y="2"/>
                  </a:moveTo>
                  <a:cubicBezTo>
                    <a:pt x="60" y="3"/>
                    <a:pt x="59" y="4"/>
                    <a:pt x="58" y="4"/>
                  </a:cubicBezTo>
                  <a:cubicBezTo>
                    <a:pt x="2" y="4"/>
                    <a:pt x="2" y="4"/>
                    <a:pt x="2" y="4"/>
                  </a:cubicBezTo>
                  <a:cubicBezTo>
                    <a:pt x="1" y="4"/>
                    <a:pt x="0" y="3"/>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1" name="Google Shape;2691;p48"/>
            <p:cNvSpPr/>
            <p:nvPr/>
          </p:nvSpPr>
          <p:spPr>
            <a:xfrm>
              <a:off x="-6242111" y="1994947"/>
              <a:ext cx="260164" cy="18851"/>
            </a:xfrm>
            <a:custGeom>
              <a:avLst/>
              <a:gdLst/>
              <a:ahLst/>
              <a:cxnLst/>
              <a:rect l="l" t="t" r="r" b="b"/>
              <a:pathLst>
                <a:path w="60" h="4" extrusionOk="0">
                  <a:moveTo>
                    <a:pt x="60" y="2"/>
                  </a:moveTo>
                  <a:cubicBezTo>
                    <a:pt x="60" y="3"/>
                    <a:pt x="59" y="4"/>
                    <a:pt x="58" y="4"/>
                  </a:cubicBezTo>
                  <a:cubicBezTo>
                    <a:pt x="2" y="4"/>
                    <a:pt x="2" y="4"/>
                    <a:pt x="2" y="4"/>
                  </a:cubicBezTo>
                  <a:cubicBezTo>
                    <a:pt x="1" y="4"/>
                    <a:pt x="0" y="3"/>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2" name="Google Shape;2692;p48"/>
            <p:cNvSpPr/>
            <p:nvPr/>
          </p:nvSpPr>
          <p:spPr>
            <a:xfrm>
              <a:off x="-6242111" y="2059046"/>
              <a:ext cx="260164" cy="15082"/>
            </a:xfrm>
            <a:custGeom>
              <a:avLst/>
              <a:gdLst/>
              <a:ahLst/>
              <a:cxnLst/>
              <a:rect l="l" t="t" r="r" b="b"/>
              <a:pathLst>
                <a:path w="60" h="3" extrusionOk="0">
                  <a:moveTo>
                    <a:pt x="60" y="1"/>
                  </a:moveTo>
                  <a:cubicBezTo>
                    <a:pt x="60" y="2"/>
                    <a:pt x="59" y="3"/>
                    <a:pt x="58" y="3"/>
                  </a:cubicBezTo>
                  <a:cubicBezTo>
                    <a:pt x="2" y="3"/>
                    <a:pt x="2" y="3"/>
                    <a:pt x="2" y="3"/>
                  </a:cubicBezTo>
                  <a:cubicBezTo>
                    <a:pt x="1" y="3"/>
                    <a:pt x="0" y="2"/>
                    <a:pt x="0" y="1"/>
                  </a:cubicBezTo>
                  <a:cubicBezTo>
                    <a:pt x="0" y="0"/>
                    <a:pt x="1" y="0"/>
                    <a:pt x="2" y="0"/>
                  </a:cubicBezTo>
                  <a:cubicBezTo>
                    <a:pt x="58" y="0"/>
                    <a:pt x="58" y="0"/>
                    <a:pt x="58" y="0"/>
                  </a:cubicBezTo>
                  <a:cubicBezTo>
                    <a:pt x="59" y="0"/>
                    <a:pt x="60" y="0"/>
                    <a:pt x="60"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3" name="Google Shape;2693;p48"/>
            <p:cNvSpPr/>
            <p:nvPr/>
          </p:nvSpPr>
          <p:spPr>
            <a:xfrm>
              <a:off x="-6242111" y="2119374"/>
              <a:ext cx="260164" cy="15082"/>
            </a:xfrm>
            <a:custGeom>
              <a:avLst/>
              <a:gdLst/>
              <a:ahLst/>
              <a:cxnLst/>
              <a:rect l="l" t="t" r="r" b="b"/>
              <a:pathLst>
                <a:path w="60" h="3" extrusionOk="0">
                  <a:moveTo>
                    <a:pt x="60" y="2"/>
                  </a:moveTo>
                  <a:cubicBezTo>
                    <a:pt x="60" y="2"/>
                    <a:pt x="59" y="3"/>
                    <a:pt x="58" y="3"/>
                  </a:cubicBezTo>
                  <a:cubicBezTo>
                    <a:pt x="2" y="3"/>
                    <a:pt x="2" y="3"/>
                    <a:pt x="2" y="3"/>
                  </a:cubicBezTo>
                  <a:cubicBezTo>
                    <a:pt x="1" y="3"/>
                    <a:pt x="0" y="2"/>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4" name="Google Shape;2694;p48"/>
            <p:cNvSpPr/>
            <p:nvPr/>
          </p:nvSpPr>
          <p:spPr>
            <a:xfrm>
              <a:off x="-5220312" y="1862982"/>
              <a:ext cx="3800635" cy="384588"/>
            </a:xfrm>
            <a:custGeom>
              <a:avLst/>
              <a:gdLst/>
              <a:ahLst/>
              <a:cxnLst/>
              <a:rect l="l" t="t" r="r" b="b"/>
              <a:pathLst>
                <a:path w="875" h="88" extrusionOk="0">
                  <a:moveTo>
                    <a:pt x="0" y="76"/>
                  </a:moveTo>
                  <a:cubicBezTo>
                    <a:pt x="0" y="83"/>
                    <a:pt x="5" y="88"/>
                    <a:pt x="12" y="88"/>
                  </a:cubicBezTo>
                  <a:cubicBezTo>
                    <a:pt x="863" y="88"/>
                    <a:pt x="863" y="88"/>
                    <a:pt x="863" y="88"/>
                  </a:cubicBezTo>
                  <a:cubicBezTo>
                    <a:pt x="869" y="88"/>
                    <a:pt x="875" y="83"/>
                    <a:pt x="875" y="76"/>
                  </a:cubicBezTo>
                  <a:cubicBezTo>
                    <a:pt x="875" y="12"/>
                    <a:pt x="875" y="12"/>
                    <a:pt x="875" y="12"/>
                  </a:cubicBezTo>
                  <a:cubicBezTo>
                    <a:pt x="875" y="5"/>
                    <a:pt x="869" y="0"/>
                    <a:pt x="863" y="0"/>
                  </a:cubicBezTo>
                  <a:cubicBezTo>
                    <a:pt x="12" y="0"/>
                    <a:pt x="12" y="0"/>
                    <a:pt x="12" y="0"/>
                  </a:cubicBezTo>
                  <a:cubicBezTo>
                    <a:pt x="5" y="0"/>
                    <a:pt x="0" y="5"/>
                    <a:pt x="0" y="12"/>
                  </a:cubicBezTo>
                  <a:cubicBezTo>
                    <a:pt x="0" y="76"/>
                    <a:pt x="0" y="76"/>
                    <a:pt x="0" y="76"/>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5" name="Google Shape;2695;p48"/>
            <p:cNvSpPr/>
            <p:nvPr/>
          </p:nvSpPr>
          <p:spPr>
            <a:xfrm>
              <a:off x="-4703759"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6" name="Google Shape;2696;p48"/>
            <p:cNvSpPr/>
            <p:nvPr/>
          </p:nvSpPr>
          <p:spPr>
            <a:xfrm>
              <a:off x="-4703759"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7" name="Google Shape;2697;p48"/>
            <p:cNvSpPr/>
            <p:nvPr/>
          </p:nvSpPr>
          <p:spPr>
            <a:xfrm>
              <a:off x="-4157034"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8" name="Google Shape;2698;p48"/>
            <p:cNvSpPr/>
            <p:nvPr/>
          </p:nvSpPr>
          <p:spPr>
            <a:xfrm>
              <a:off x="-4157034"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9" name="Google Shape;2699;p48"/>
            <p:cNvSpPr/>
            <p:nvPr/>
          </p:nvSpPr>
          <p:spPr>
            <a:xfrm>
              <a:off x="-3606539"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0" name="Google Shape;2700;p48"/>
            <p:cNvSpPr/>
            <p:nvPr/>
          </p:nvSpPr>
          <p:spPr>
            <a:xfrm>
              <a:off x="-3606539"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1" name="Google Shape;2701;p48"/>
            <p:cNvSpPr/>
            <p:nvPr/>
          </p:nvSpPr>
          <p:spPr>
            <a:xfrm>
              <a:off x="-3059817"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2" name="Google Shape;2702;p48"/>
            <p:cNvSpPr/>
            <p:nvPr/>
          </p:nvSpPr>
          <p:spPr>
            <a:xfrm>
              <a:off x="-3059817"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3" name="Google Shape;2703;p48"/>
            <p:cNvSpPr/>
            <p:nvPr/>
          </p:nvSpPr>
          <p:spPr>
            <a:xfrm>
              <a:off x="-2516863"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4" name="Google Shape;2704;p48"/>
            <p:cNvSpPr/>
            <p:nvPr/>
          </p:nvSpPr>
          <p:spPr>
            <a:xfrm>
              <a:off x="-2516863"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5" name="Google Shape;2705;p48"/>
            <p:cNvSpPr/>
            <p:nvPr/>
          </p:nvSpPr>
          <p:spPr>
            <a:xfrm>
              <a:off x="-1970138"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6" name="Google Shape;2706;p48"/>
            <p:cNvSpPr/>
            <p:nvPr/>
          </p:nvSpPr>
          <p:spPr>
            <a:xfrm>
              <a:off x="-1970138"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Imagem 2" descr="Uma imagem com cinzento, neve&#10;&#10;Os conteúdos gerados por IA podem estar incorretos.">
            <a:extLst>
              <a:ext uri="{FF2B5EF4-FFF2-40B4-BE49-F238E27FC236}">
                <a16:creationId xmlns:a16="http://schemas.microsoft.com/office/drawing/2014/main" id="{692ADA94-6FD5-DE43-2D93-D39BC9A6617A}"/>
              </a:ext>
            </a:extLst>
          </p:cNvPr>
          <p:cNvPicPr>
            <a:picLocks noChangeAspect="1"/>
          </p:cNvPicPr>
          <p:nvPr/>
        </p:nvPicPr>
        <p:blipFill>
          <a:blip r:embed="rId3"/>
          <a:stretch>
            <a:fillRect/>
          </a:stretch>
        </p:blipFill>
        <p:spPr>
          <a:xfrm>
            <a:off x="2599740" y="2969575"/>
            <a:ext cx="3985210" cy="1096219"/>
          </a:xfrm>
          <a:prstGeom prst="rect">
            <a:avLst/>
          </a:prstGeom>
        </p:spPr>
      </p:pic>
      <p:sp>
        <p:nvSpPr>
          <p:cNvPr id="4" name="CaixaDeTexto 3">
            <a:extLst>
              <a:ext uri="{FF2B5EF4-FFF2-40B4-BE49-F238E27FC236}">
                <a16:creationId xmlns:a16="http://schemas.microsoft.com/office/drawing/2014/main" id="{AC2C1F41-F860-5356-B172-43E5C409F3AB}"/>
              </a:ext>
            </a:extLst>
          </p:cNvPr>
          <p:cNvSpPr txBox="1"/>
          <p:nvPr/>
        </p:nvSpPr>
        <p:spPr>
          <a:xfrm>
            <a:off x="7492315" y="3551480"/>
            <a:ext cx="1878037" cy="1600438"/>
          </a:xfrm>
          <a:prstGeom prst="rect">
            <a:avLst/>
          </a:prstGeom>
          <a:noFill/>
        </p:spPr>
        <p:txBody>
          <a:bodyPr wrap="square" rtlCol="0">
            <a:spAutoFit/>
          </a:bodyPr>
          <a:lstStyle/>
          <a:p>
            <a:r>
              <a:rPr lang="pt-PT" b="1" dirty="0"/>
              <a:t>Group 121</a:t>
            </a:r>
          </a:p>
          <a:p>
            <a:endParaRPr lang="pt-PT" dirty="0"/>
          </a:p>
          <a:p>
            <a:r>
              <a:rPr lang="pt-PT" dirty="0"/>
              <a:t>André Pinho</a:t>
            </a:r>
          </a:p>
          <a:p>
            <a:r>
              <a:rPr lang="pt-PT" dirty="0"/>
              <a:t>Bianca Almeida</a:t>
            </a:r>
          </a:p>
          <a:p>
            <a:r>
              <a:rPr lang="pt-PT" dirty="0"/>
              <a:t>Carlota Lemos</a:t>
            </a:r>
          </a:p>
          <a:p>
            <a:r>
              <a:rPr lang="pt-PT" dirty="0"/>
              <a:t>Eduardo Almeida</a:t>
            </a:r>
          </a:p>
          <a:p>
            <a:r>
              <a:rPr lang="pt-PT" dirty="0"/>
              <a:t>Marcelo Carvalho</a:t>
            </a:r>
          </a:p>
        </p:txBody>
      </p:sp>
      <p:pic>
        <p:nvPicPr>
          <p:cNvPr id="6" name="Gráfico 5">
            <a:extLst>
              <a:ext uri="{FF2B5EF4-FFF2-40B4-BE49-F238E27FC236}">
                <a16:creationId xmlns:a16="http://schemas.microsoft.com/office/drawing/2014/main" id="{2820EF3D-482F-525D-08B6-DF55FF9DA2A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4950" y="-155381"/>
            <a:ext cx="2785402" cy="820699"/>
          </a:xfrm>
          <a:prstGeom prst="rect">
            <a:avLst/>
          </a:prstGeom>
        </p:spPr>
      </p:pic>
    </p:spTree>
  </p:cSld>
  <p:clrMapOvr>
    <a:masterClrMapping/>
  </p:clrMapOvr>
</p:sld>
</file>

<file path=ppt/theme/theme1.xml><?xml version="1.0" encoding="utf-8"?>
<a:theme xmlns:a="http://schemas.openxmlformats.org/drawingml/2006/main" name="Train Travel Marketing Plan by Slidesgo">
  <a:themeElements>
    <a:clrScheme name="Simple Light">
      <a:dk1>
        <a:srgbClr val="3B3A3A"/>
      </a:dk1>
      <a:lt1>
        <a:srgbClr val="DF543B"/>
      </a:lt1>
      <a:dk2>
        <a:srgbClr val="E2EAEC"/>
      </a:dk2>
      <a:lt2>
        <a:srgbClr val="00525B"/>
      </a:lt2>
      <a:accent1>
        <a:srgbClr val="008192"/>
      </a:accent1>
      <a:accent2>
        <a:srgbClr val="A1B7B8"/>
      </a:accent2>
      <a:accent3>
        <a:srgbClr val="A3CED1"/>
      </a:accent3>
      <a:accent4>
        <a:srgbClr val="CBDBDB"/>
      </a:accent4>
      <a:accent5>
        <a:srgbClr val="ECEAE5"/>
      </a:accent5>
      <a:accent6>
        <a:srgbClr val="FFFFFF"/>
      </a:accent6>
      <a:hlink>
        <a:srgbClr val="3B3A3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1820d08-fbb8-4f42-a1d4-888ae23d26d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7D51C9FBC39324EBAB59B01C4346E09" ma:contentTypeVersion="13" ma:contentTypeDescription="Create a new document." ma:contentTypeScope="" ma:versionID="13c93112a77f827f732b696e80e4b84b">
  <xsd:schema xmlns:xsd="http://www.w3.org/2001/XMLSchema" xmlns:xs="http://www.w3.org/2001/XMLSchema" xmlns:p="http://schemas.microsoft.com/office/2006/metadata/properties" xmlns:ns3="d1820d08-fbb8-4f42-a1d4-888ae23d26d1" xmlns:ns4="fe0433fa-6222-408a-8cda-04e271f5cb7c" targetNamespace="http://schemas.microsoft.com/office/2006/metadata/properties" ma:root="true" ma:fieldsID="93807dbded80a0fdf0f631657dbf9b3f" ns3:_="" ns4:_="">
    <xsd:import namespace="d1820d08-fbb8-4f42-a1d4-888ae23d26d1"/>
    <xsd:import namespace="fe0433fa-6222-408a-8cda-04e271f5cb7c"/>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820d08-fbb8-4f42-a1d4-888ae23d26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0433fa-6222-408a-8cda-04e271f5cb7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1EE98A-B818-4C6C-83DE-08CBE203BE24}">
  <ds:schemaRefs>
    <ds:schemaRef ds:uri="d1820d08-fbb8-4f42-a1d4-888ae23d26d1"/>
    <ds:schemaRef ds:uri="http://purl.org/dc/elements/1.1/"/>
    <ds:schemaRef ds:uri="http://schemas.microsoft.com/office/2006/metadata/properties"/>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fe0433fa-6222-408a-8cda-04e271f5cb7c"/>
    <ds:schemaRef ds:uri="http://www.w3.org/XML/1998/namespace"/>
    <ds:schemaRef ds:uri="http://purl.org/dc/dcmitype/"/>
  </ds:schemaRefs>
</ds:datastoreItem>
</file>

<file path=customXml/itemProps2.xml><?xml version="1.0" encoding="utf-8"?>
<ds:datastoreItem xmlns:ds="http://schemas.openxmlformats.org/officeDocument/2006/customXml" ds:itemID="{DE2AA15F-9C90-4679-AB97-EEB2FC234B86}">
  <ds:schemaRefs>
    <ds:schemaRef ds:uri="http://schemas.microsoft.com/sharepoint/v3/contenttype/forms"/>
  </ds:schemaRefs>
</ds:datastoreItem>
</file>

<file path=customXml/itemProps3.xml><?xml version="1.0" encoding="utf-8"?>
<ds:datastoreItem xmlns:ds="http://schemas.openxmlformats.org/officeDocument/2006/customXml" ds:itemID="{0CF72D0A-B484-4D2B-ABD1-E05B24BBEE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820d08-fbb8-4f42-a1d4-888ae23d26d1"/>
    <ds:schemaRef ds:uri="fe0433fa-6222-408a-8cda-04e271f5cb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178</TotalTime>
  <Words>656</Words>
  <Application>Microsoft Office PowerPoint</Application>
  <PresentationFormat>Apresentação no Ecrã (16:9)</PresentationFormat>
  <Paragraphs>82</Paragraphs>
  <Slides>7</Slides>
  <Notes>7</Notes>
  <HiddenSlides>0</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7</vt:i4>
      </vt:variant>
    </vt:vector>
  </HeadingPairs>
  <TitlesOfParts>
    <vt:vector size="13" baseType="lpstr">
      <vt:lpstr>Calibri</vt:lpstr>
      <vt:lpstr>Aptos</vt:lpstr>
      <vt:lpstr>Arial</vt:lpstr>
      <vt:lpstr>Hanken Grotesk</vt:lpstr>
      <vt:lpstr>Sora ExtraBold</vt:lpstr>
      <vt:lpstr>Train Travel Marketing Plan by Slidesgo</vt:lpstr>
      <vt:lpstr>Scheduler Collision</vt:lpstr>
      <vt:lpstr>Table of contents</vt:lpstr>
      <vt:lpstr>Apresentação do PowerPoint</vt:lpstr>
      <vt:lpstr>2- Single Track Collision</vt:lpstr>
      <vt:lpstr>3- Two Single Track Collision</vt:lpstr>
      <vt:lpstr>4- Siding Collision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Bianca Almeida</dc:creator>
  <cp:lastModifiedBy>André Pinho</cp:lastModifiedBy>
  <cp:revision>6</cp:revision>
  <dcterms:modified xsi:type="dcterms:W3CDTF">2026-01-04T22:40:14Z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0x01010097D51C9FBC39324EBAB59B01C4346E09</vt:lpwstr>
  </property>
</Properties>
</file>